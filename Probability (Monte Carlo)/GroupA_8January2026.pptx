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0E9A8-D896-18D1-3F0A-0A1506245904}" v="937" dt="2026-01-08T05:30:56.104"/>
    <p1510:client id="{38E4FF52-ABAA-3133-255E-7817C9FF8162}" v="133" dt="2026-01-08T04:55:07.005"/>
    <p1510:client id="{4872ED3A-2CCD-A488-9505-315368D810A4}" v="8" dt="2026-01-08T07:43:50.650"/>
    <p1510:client id="{4C48EDB9-A4B2-2FC7-E617-853EBF4EC619}" v="182" dt="2026-01-08T05:41:23.162"/>
    <p1510:client id="{52A463A5-3436-48E6-9811-41B851DB66ED}" v="639" dt="2026-01-08T07:54:59.135"/>
    <p1510:client id="{64DBEFBF-D35A-7758-7E32-2C7153487FC5}" v="19" dt="2026-01-08T06:32:14.690"/>
    <p1510:client id="{CC8D63FA-3349-D2DC-2199-72737B27EDDE}" v="206" dt="2026-01-08T05:10:11.612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H JIANG JOE" userId="S::23006181@siswa365.um.edu.my::864e9764-7053-49f2-82f3-38b270458a0f" providerId="AD" clId="Web-{CC8D63FA-3349-D2DC-2199-72737B27EDDE}"/>
    <pc:docChg chg="modSld">
      <pc:chgData name="LOH JIANG JOE" userId="S::23006181@siswa365.um.edu.my::864e9764-7053-49f2-82f3-38b270458a0f" providerId="AD" clId="Web-{CC8D63FA-3349-D2DC-2199-72737B27EDDE}" dt="2026-01-08T05:10:11.612" v="204" actId="20577"/>
      <pc:docMkLst>
        <pc:docMk/>
      </pc:docMkLst>
      <pc:sldChg chg="addSp delSp modSp">
        <pc:chgData name="LOH JIANG JOE" userId="S::23006181@siswa365.um.edu.my::864e9764-7053-49f2-82f3-38b270458a0f" providerId="AD" clId="Web-{CC8D63FA-3349-D2DC-2199-72737B27EDDE}" dt="2026-01-08T05:10:11.612" v="204" actId="20577"/>
        <pc:sldMkLst>
          <pc:docMk/>
          <pc:sldMk cId="378475545" sldId="260"/>
        </pc:sldMkLst>
        <pc:spChg chg="del">
          <ac:chgData name="LOH JIANG JOE" userId="S::23006181@siswa365.um.edu.my::864e9764-7053-49f2-82f3-38b270458a0f" providerId="AD" clId="Web-{CC8D63FA-3349-D2DC-2199-72737B27EDDE}" dt="2026-01-08T05:00:09.251" v="56"/>
          <ac:spMkLst>
            <pc:docMk/>
            <pc:sldMk cId="378475545" sldId="260"/>
            <ac:spMk id="6" creationId="{DDC252EA-DF23-486E-8424-6E9B2DD09C7A}"/>
          </ac:spMkLst>
        </pc:spChg>
        <pc:spChg chg="mod">
          <ac:chgData name="LOH JIANG JOE" userId="S::23006181@siswa365.um.edu.my::864e9764-7053-49f2-82f3-38b270458a0f" providerId="AD" clId="Web-{CC8D63FA-3349-D2DC-2199-72737B27EDDE}" dt="2026-01-08T05:10:11.612" v="204" actId="20577"/>
          <ac:spMkLst>
            <pc:docMk/>
            <pc:sldMk cId="378475545" sldId="260"/>
            <ac:spMk id="7" creationId="{5F57C8E5-79BF-505F-8768-E47C11AAC5FF}"/>
          </ac:spMkLst>
        </pc:spChg>
        <pc:picChg chg="add mod ord">
          <ac:chgData name="LOH JIANG JOE" userId="S::23006181@siswa365.um.edu.my::864e9764-7053-49f2-82f3-38b270458a0f" providerId="AD" clId="Web-{CC8D63FA-3349-D2DC-2199-72737B27EDDE}" dt="2026-01-08T05:00:16.298" v="57" actId="14100"/>
          <ac:picMkLst>
            <pc:docMk/>
            <pc:sldMk cId="378475545" sldId="260"/>
            <ac:picMk id="8" creationId="{7C099533-E31E-6FE7-1A68-3D4DC7AABC7F}"/>
          </ac:picMkLst>
        </pc:picChg>
      </pc:sldChg>
    </pc:docChg>
  </pc:docChgLst>
  <pc:docChgLst>
    <pc:chgData name="TAN YEE TERN" userId="S::23006131@siswa365.um.edu.my::61c5346e-0307-423f-92c7-14324f5d277b" providerId="AD" clId="Web-{4C48EDB9-A4B2-2FC7-E617-853EBF4EC619}"/>
    <pc:docChg chg="modSld">
      <pc:chgData name="TAN YEE TERN" userId="S::23006131@siswa365.um.edu.my::61c5346e-0307-423f-92c7-14324f5d277b" providerId="AD" clId="Web-{4C48EDB9-A4B2-2FC7-E617-853EBF4EC619}" dt="2026-01-08T05:41:23.162" v="112" actId="1076"/>
      <pc:docMkLst>
        <pc:docMk/>
      </pc:docMkLst>
      <pc:sldChg chg="addSp delSp modSp">
        <pc:chgData name="TAN YEE TERN" userId="S::23006131@siswa365.um.edu.my::61c5346e-0307-423f-92c7-14324f5d277b" providerId="AD" clId="Web-{4C48EDB9-A4B2-2FC7-E617-853EBF4EC619}" dt="2026-01-08T05:41:23.162" v="112" actId="1076"/>
        <pc:sldMkLst>
          <pc:docMk/>
          <pc:sldMk cId="95604287" sldId="259"/>
        </pc:sldMkLst>
        <pc:spChg chg="del">
          <ac:chgData name="TAN YEE TERN" userId="S::23006131@siswa365.um.edu.my::61c5346e-0307-423f-92c7-14324f5d277b" providerId="AD" clId="Web-{4C48EDB9-A4B2-2FC7-E617-853EBF4EC619}" dt="2026-01-08T04:50:05.846" v="0"/>
          <ac:spMkLst>
            <pc:docMk/>
            <pc:sldMk cId="95604287" sldId="259"/>
            <ac:spMk id="3" creationId="{9372929D-EDE3-6B4A-9977-91313BACC4EA}"/>
          </ac:spMkLst>
        </pc:spChg>
        <pc:spChg chg="del">
          <ac:chgData name="TAN YEE TERN" userId="S::23006131@siswa365.um.edu.my::61c5346e-0307-423f-92c7-14324f5d277b" providerId="AD" clId="Web-{4C48EDB9-A4B2-2FC7-E617-853EBF4EC619}" dt="2026-01-08T04:53:13.965" v="1"/>
          <ac:spMkLst>
            <pc:docMk/>
            <pc:sldMk cId="95604287" sldId="259"/>
            <ac:spMk id="4" creationId="{BC0114AA-AFC2-71FC-C6C5-E4C35591A94C}"/>
          </ac:spMkLst>
        </pc:spChg>
        <pc:spChg chg="del">
          <ac:chgData name="TAN YEE TERN" userId="S::23006131@siswa365.um.edu.my::61c5346e-0307-423f-92c7-14324f5d277b" providerId="AD" clId="Web-{4C48EDB9-A4B2-2FC7-E617-853EBF4EC619}" dt="2026-01-08T04:53:21.030" v="3"/>
          <ac:spMkLst>
            <pc:docMk/>
            <pc:sldMk cId="95604287" sldId="259"/>
            <ac:spMk id="5" creationId="{103DB127-E7E4-44A8-0302-686B1708A79A}"/>
          </ac:spMkLst>
        </pc:spChg>
        <pc:spChg chg="add del mod">
          <ac:chgData name="TAN YEE TERN" userId="S::23006131@siswa365.um.edu.my::61c5346e-0307-423f-92c7-14324f5d277b" providerId="AD" clId="Web-{4C48EDB9-A4B2-2FC7-E617-853EBF4EC619}" dt="2026-01-08T04:53:23.138" v="4"/>
          <ac:spMkLst>
            <pc:docMk/>
            <pc:sldMk cId="95604287" sldId="259"/>
            <ac:spMk id="8" creationId="{FDF5F054-4CDA-8484-2038-515CB8B9C3FA}"/>
          </ac:spMkLst>
        </pc:spChg>
        <pc:spChg chg="add mod">
          <ac:chgData name="TAN YEE TERN" userId="S::23006131@siswa365.um.edu.my::61c5346e-0307-423f-92c7-14324f5d277b" providerId="AD" clId="Web-{4C48EDB9-A4B2-2FC7-E617-853EBF4EC619}" dt="2026-01-08T05:01:23.892" v="32" actId="20577"/>
          <ac:spMkLst>
            <pc:docMk/>
            <pc:sldMk cId="95604287" sldId="259"/>
            <ac:spMk id="14" creationId="{9C200710-EB3F-BAAD-B907-26E8491CC991}"/>
          </ac:spMkLst>
        </pc:spChg>
        <pc:spChg chg="add mod">
          <ac:chgData name="TAN YEE TERN" userId="S::23006131@siswa365.um.edu.my::61c5346e-0307-423f-92c7-14324f5d277b" providerId="AD" clId="Web-{4C48EDB9-A4B2-2FC7-E617-853EBF4EC619}" dt="2026-01-08T05:01:48.674" v="53" actId="1076"/>
          <ac:spMkLst>
            <pc:docMk/>
            <pc:sldMk cId="95604287" sldId="259"/>
            <ac:spMk id="15" creationId="{B14F2573-EE74-727F-9CB2-7D9696459D9F}"/>
          </ac:spMkLst>
        </pc:spChg>
        <pc:spChg chg="add del mod">
          <ac:chgData name="TAN YEE TERN" userId="S::23006131@siswa365.um.edu.my::61c5346e-0307-423f-92c7-14324f5d277b" providerId="AD" clId="Web-{4C48EDB9-A4B2-2FC7-E617-853EBF4EC619}" dt="2026-01-08T05:03:23.708" v="85"/>
          <ac:spMkLst>
            <pc:docMk/>
            <pc:sldMk cId="95604287" sldId="259"/>
            <ac:spMk id="16" creationId="{3A1A7371-92E0-ED49-7C19-6FA6F8E93FBB}"/>
          </ac:spMkLst>
        </pc:spChg>
        <pc:spChg chg="add mod">
          <ac:chgData name="TAN YEE TERN" userId="S::23006131@siswa365.um.edu.my::61c5346e-0307-423f-92c7-14324f5d277b" providerId="AD" clId="Web-{4C48EDB9-A4B2-2FC7-E617-853EBF4EC619}" dt="2026-01-08T05:41:23.162" v="112" actId="1076"/>
          <ac:spMkLst>
            <pc:docMk/>
            <pc:sldMk cId="95604287" sldId="259"/>
            <ac:spMk id="17" creationId="{6A31F49C-1FF5-54B8-DDBD-3EE17A149571}"/>
          </ac:spMkLst>
        </pc:spChg>
        <pc:picChg chg="add del mod ord">
          <ac:chgData name="TAN YEE TERN" userId="S::23006131@siswa365.um.edu.my::61c5346e-0307-423f-92c7-14324f5d277b" providerId="AD" clId="Web-{4C48EDB9-A4B2-2FC7-E617-853EBF4EC619}" dt="2026-01-08T04:53:15.887" v="2"/>
          <ac:picMkLst>
            <pc:docMk/>
            <pc:sldMk cId="95604287" sldId="259"/>
            <ac:picMk id="6" creationId="{56E1B428-DD60-8473-CD9C-B08EE9ADF8F4}"/>
          </ac:picMkLst>
        </pc:picChg>
        <pc:picChg chg="add mod">
          <ac:chgData name="TAN YEE TERN" userId="S::23006131@siswa365.um.edu.my::61c5346e-0307-423f-92c7-14324f5d277b" providerId="AD" clId="Web-{4C48EDB9-A4B2-2FC7-E617-853EBF4EC619}" dt="2026-01-08T04:53:26.483" v="6" actId="1076"/>
          <ac:picMkLst>
            <pc:docMk/>
            <pc:sldMk cId="95604287" sldId="259"/>
            <ac:picMk id="9" creationId="{FB76DF67-B697-3835-9E0E-718D8887A14B}"/>
          </ac:picMkLst>
        </pc:picChg>
        <pc:picChg chg="add mod">
          <ac:chgData name="TAN YEE TERN" userId="S::23006131@siswa365.um.edu.my::61c5346e-0307-423f-92c7-14324f5d277b" providerId="AD" clId="Web-{4C48EDB9-A4B2-2FC7-E617-853EBF4EC619}" dt="2026-01-08T04:54:24.334" v="9" actId="1076"/>
          <ac:picMkLst>
            <pc:docMk/>
            <pc:sldMk cId="95604287" sldId="259"/>
            <ac:picMk id="10" creationId="{0BD135E4-3E05-7DE6-9689-BBBDB255A6FF}"/>
          </ac:picMkLst>
        </pc:picChg>
        <pc:picChg chg="add mod">
          <ac:chgData name="TAN YEE TERN" userId="S::23006131@siswa365.um.edu.my::61c5346e-0307-423f-92c7-14324f5d277b" providerId="AD" clId="Web-{4C48EDB9-A4B2-2FC7-E617-853EBF4EC619}" dt="2026-01-08T04:58:05.462" v="12" actId="1076"/>
          <ac:picMkLst>
            <pc:docMk/>
            <pc:sldMk cId="95604287" sldId="259"/>
            <ac:picMk id="11" creationId="{0B86D588-D554-A727-DEC2-026002BF6768}"/>
          </ac:picMkLst>
        </pc:picChg>
        <pc:picChg chg="add mod">
          <ac:chgData name="TAN YEE TERN" userId="S::23006131@siswa365.um.edu.my::61c5346e-0307-423f-92c7-14324f5d277b" providerId="AD" clId="Web-{4C48EDB9-A4B2-2FC7-E617-853EBF4EC619}" dt="2026-01-08T04:59:07.653" v="14" actId="1076"/>
          <ac:picMkLst>
            <pc:docMk/>
            <pc:sldMk cId="95604287" sldId="259"/>
            <ac:picMk id="12" creationId="{47B24DCD-1483-DE3A-FBDC-60A47CDF2151}"/>
          </ac:picMkLst>
        </pc:picChg>
        <pc:picChg chg="add del mod">
          <ac:chgData name="TAN YEE TERN" userId="S::23006131@siswa365.um.edu.my::61c5346e-0307-423f-92c7-14324f5d277b" providerId="AD" clId="Web-{4C48EDB9-A4B2-2FC7-E617-853EBF4EC619}" dt="2026-01-08T05:40:33.411" v="86"/>
          <ac:picMkLst>
            <pc:docMk/>
            <pc:sldMk cId="95604287" sldId="259"/>
            <ac:picMk id="13" creationId="{0C4C98D7-EF80-1E7A-9B07-FDF1365AAE05}"/>
          </ac:picMkLst>
        </pc:picChg>
        <pc:picChg chg="add mod">
          <ac:chgData name="TAN YEE TERN" userId="S::23006131@siswa365.um.edu.my::61c5346e-0307-423f-92c7-14324f5d277b" providerId="AD" clId="Web-{4C48EDB9-A4B2-2FC7-E617-853EBF4EC619}" dt="2026-01-08T05:41:16.208" v="111" actId="1076"/>
          <ac:picMkLst>
            <pc:docMk/>
            <pc:sldMk cId="95604287" sldId="259"/>
            <ac:picMk id="18" creationId="{A68DB819-6742-F286-7542-07DECD0BF08A}"/>
          </ac:picMkLst>
        </pc:picChg>
      </pc:sldChg>
    </pc:docChg>
  </pc:docChgLst>
  <pc:docChgLst>
    <pc:chgData name="LOH JIANG JOE" userId="S::23006181@siswa365.um.edu.my::864e9764-7053-49f2-82f3-38b270458a0f" providerId="AD" clId="Web-{64DBEFBF-D35A-7758-7E32-2C7153487FC5}"/>
    <pc:docChg chg="modSld">
      <pc:chgData name="LOH JIANG JOE" userId="S::23006181@siswa365.um.edu.my::864e9764-7053-49f2-82f3-38b270458a0f" providerId="AD" clId="Web-{64DBEFBF-D35A-7758-7E32-2C7153487FC5}" dt="2026-01-08T06:32:13.347" v="14"/>
      <pc:docMkLst>
        <pc:docMk/>
      </pc:docMkLst>
      <pc:sldChg chg="addSp delSp modSp mod setBg">
        <pc:chgData name="LOH JIANG JOE" userId="S::23006181@siswa365.um.edu.my::864e9764-7053-49f2-82f3-38b270458a0f" providerId="AD" clId="Web-{64DBEFBF-D35A-7758-7E32-2C7153487FC5}" dt="2026-01-08T06:32:13.347" v="14"/>
        <pc:sldMkLst>
          <pc:docMk/>
          <pc:sldMk cId="378475545" sldId="260"/>
        </pc:sldMkLst>
        <pc:spChg chg="mod">
          <ac:chgData name="LOH JIANG JOE" userId="S::23006181@siswa365.um.edu.my::864e9764-7053-49f2-82f3-38b270458a0f" providerId="AD" clId="Web-{64DBEFBF-D35A-7758-7E32-2C7153487FC5}" dt="2026-01-08T06:05:09.633" v="10"/>
          <ac:spMkLst>
            <pc:docMk/>
            <pc:sldMk cId="378475545" sldId="260"/>
            <ac:spMk id="2" creationId="{20A0479A-A7F8-BF46-84C6-049CC03F051A}"/>
          </ac:spMkLst>
        </pc:spChg>
        <pc:spChg chg="add del mod">
          <ac:chgData name="LOH JIANG JOE" userId="S::23006181@siswa365.um.edu.my::864e9764-7053-49f2-82f3-38b270458a0f" providerId="AD" clId="Web-{64DBEFBF-D35A-7758-7E32-2C7153487FC5}" dt="2026-01-08T05:56:35.348" v="1"/>
          <ac:spMkLst>
            <pc:docMk/>
            <pc:sldMk cId="378475545" sldId="260"/>
            <ac:spMk id="4" creationId="{222D393F-2551-D519-0E84-96A0354EB627}"/>
          </ac:spMkLst>
        </pc:spChg>
        <pc:spChg chg="add del mod">
          <ac:chgData name="LOH JIANG JOE" userId="S::23006181@siswa365.um.edu.my::864e9764-7053-49f2-82f3-38b270458a0f" providerId="AD" clId="Web-{64DBEFBF-D35A-7758-7E32-2C7153487FC5}" dt="2026-01-08T06:32:13.347" v="14"/>
          <ac:spMkLst>
            <pc:docMk/>
            <pc:sldMk cId="378475545" sldId="260"/>
            <ac:spMk id="4" creationId="{D310C4A5-C4D8-B223-FE31-FBDB130C64DA}"/>
          </ac:spMkLst>
        </pc:spChg>
        <pc:spChg chg="mod">
          <ac:chgData name="LOH JIANG JOE" userId="S::23006181@siswa365.um.edu.my::864e9764-7053-49f2-82f3-38b270458a0f" providerId="AD" clId="Web-{64DBEFBF-D35A-7758-7E32-2C7153487FC5}" dt="2026-01-08T06:05:09.633" v="10"/>
          <ac:spMkLst>
            <pc:docMk/>
            <pc:sldMk cId="378475545" sldId="260"/>
            <ac:spMk id="7" creationId="{5F57C8E5-79BF-505F-8768-E47C11AAC5FF}"/>
          </ac:spMkLst>
        </pc:spChg>
        <pc:spChg chg="add del mod">
          <ac:chgData name="LOH JIANG JOE" userId="S::23006181@siswa365.um.edu.my::864e9764-7053-49f2-82f3-38b270458a0f" providerId="AD" clId="Web-{64DBEFBF-D35A-7758-7E32-2C7153487FC5}" dt="2026-01-08T06:05:08.024" v="9"/>
          <ac:spMkLst>
            <pc:docMk/>
            <pc:sldMk cId="378475545" sldId="260"/>
            <ac:spMk id="9" creationId="{2934BA7B-5AAA-FFDC-6E52-37D55BFB011C}"/>
          </ac:spMkLst>
        </pc:spChg>
        <pc:spChg chg="add del mod">
          <ac:chgData name="LOH JIANG JOE" userId="S::23006181@siswa365.um.edu.my::864e9764-7053-49f2-82f3-38b270458a0f" providerId="AD" clId="Web-{64DBEFBF-D35A-7758-7E32-2C7153487FC5}" dt="2026-01-08T06:10:54.758" v="12"/>
          <ac:spMkLst>
            <pc:docMk/>
            <pc:sldMk cId="378475545" sldId="260"/>
            <ac:spMk id="12" creationId="{72884AE9-AB33-6C97-BD65-3013B6D58BFC}"/>
          </ac:spMkLst>
        </pc:spChg>
        <pc:spChg chg="add">
          <ac:chgData name="LOH JIANG JOE" userId="S::23006181@siswa365.um.edu.my::864e9764-7053-49f2-82f3-38b270458a0f" providerId="AD" clId="Web-{64DBEFBF-D35A-7758-7E32-2C7153487FC5}" dt="2026-01-08T06:05:09.633" v="10"/>
          <ac:spMkLst>
            <pc:docMk/>
            <pc:sldMk cId="378475545" sldId="260"/>
            <ac:spMk id="15" creationId="{F13C74B1-5B17-4795-BED0-7140497B445A}"/>
          </ac:spMkLst>
        </pc:spChg>
        <pc:spChg chg="add">
          <ac:chgData name="LOH JIANG JOE" userId="S::23006181@siswa365.um.edu.my::864e9764-7053-49f2-82f3-38b270458a0f" providerId="AD" clId="Web-{64DBEFBF-D35A-7758-7E32-2C7153487FC5}" dt="2026-01-08T06:05:09.633" v="10"/>
          <ac:spMkLst>
            <pc:docMk/>
            <pc:sldMk cId="378475545" sldId="260"/>
            <ac:spMk id="17" creationId="{D4974D33-8DC5-464E-8C6D-BE58F0669C17}"/>
          </ac:spMkLst>
        </pc:spChg>
        <pc:picChg chg="add mod ord">
          <ac:chgData name="LOH JIANG JOE" userId="S::23006181@siswa365.um.edu.my::864e9764-7053-49f2-82f3-38b270458a0f" providerId="AD" clId="Web-{64DBEFBF-D35A-7758-7E32-2C7153487FC5}" dt="2026-01-08T06:32:13.347" v="14"/>
          <ac:picMkLst>
            <pc:docMk/>
            <pc:sldMk cId="378475545" sldId="260"/>
            <ac:picMk id="5" creationId="{4D8C497E-69C0-30B9-626F-54952295F32C}"/>
          </ac:picMkLst>
        </pc:picChg>
        <pc:picChg chg="add del mod ord">
          <ac:chgData name="LOH JIANG JOE" userId="S::23006181@siswa365.um.edu.my::864e9764-7053-49f2-82f3-38b270458a0f" providerId="AD" clId="Web-{64DBEFBF-D35A-7758-7E32-2C7153487FC5}" dt="2026-01-08T06:05:06.743" v="8"/>
          <ac:picMkLst>
            <pc:docMk/>
            <pc:sldMk cId="378475545" sldId="260"/>
            <ac:picMk id="5" creationId="{DB087F5F-99DA-A8F6-FFBC-B77F4AD6A175}"/>
          </ac:picMkLst>
        </pc:picChg>
        <pc:picChg chg="del">
          <ac:chgData name="LOH JIANG JOE" userId="S::23006181@siswa365.um.edu.my::864e9764-7053-49f2-82f3-38b270458a0f" providerId="AD" clId="Web-{64DBEFBF-D35A-7758-7E32-2C7153487FC5}" dt="2026-01-08T05:56:35.270" v="0"/>
          <ac:picMkLst>
            <pc:docMk/>
            <pc:sldMk cId="378475545" sldId="260"/>
            <ac:picMk id="8" creationId="{7C099533-E31E-6FE7-1A68-3D4DC7AABC7F}"/>
          </ac:picMkLst>
        </pc:picChg>
        <pc:picChg chg="add del mod ord">
          <ac:chgData name="LOH JIANG JOE" userId="S::23006181@siswa365.um.edu.my::864e9764-7053-49f2-82f3-38b270458a0f" providerId="AD" clId="Web-{64DBEFBF-D35A-7758-7E32-2C7153487FC5}" dt="2026-01-08T06:07:29.329" v="11"/>
          <ac:picMkLst>
            <pc:docMk/>
            <pc:sldMk cId="378475545" sldId="260"/>
            <ac:picMk id="10" creationId="{BE8358B7-2621-B252-4572-F0AB1AA315EB}"/>
          </ac:picMkLst>
        </pc:picChg>
        <pc:picChg chg="add del mod ord">
          <ac:chgData name="LOH JIANG JOE" userId="S::23006181@siswa365.um.edu.my::864e9764-7053-49f2-82f3-38b270458a0f" providerId="AD" clId="Web-{64DBEFBF-D35A-7758-7E32-2C7153487FC5}" dt="2026-01-08T06:32:11.784" v="13"/>
          <ac:picMkLst>
            <pc:docMk/>
            <pc:sldMk cId="378475545" sldId="260"/>
            <ac:picMk id="13" creationId="{5E303F1C-B49C-577D-9417-403818D892D6}"/>
          </ac:picMkLst>
        </pc:picChg>
      </pc:sldChg>
    </pc:docChg>
  </pc:docChgLst>
  <pc:docChgLst>
    <pc:chgData name="GAN NG HEE" userId="S::23005870@siswa365.um.edu.my::8a71628e-24d0-4959-b92a-26905acd8b62" providerId="AD" clId="Web-{38E4FF52-ABAA-3133-255E-7817C9FF8162}"/>
    <pc:docChg chg="modSld">
      <pc:chgData name="GAN NG HEE" userId="S::23005870@siswa365.um.edu.my::8a71628e-24d0-4959-b92a-26905acd8b62" providerId="AD" clId="Web-{38E4FF52-ABAA-3133-255E-7817C9FF8162}" dt="2026-01-08T04:55:07.005" v="132" actId="20577"/>
      <pc:docMkLst>
        <pc:docMk/>
      </pc:docMkLst>
      <pc:sldChg chg="modSp">
        <pc:chgData name="GAN NG HEE" userId="S::23005870@siswa365.um.edu.my::8a71628e-24d0-4959-b92a-26905acd8b62" providerId="AD" clId="Web-{38E4FF52-ABAA-3133-255E-7817C9FF8162}" dt="2026-01-08T04:55:07.005" v="132" actId="20577"/>
        <pc:sldMkLst>
          <pc:docMk/>
          <pc:sldMk cId="2593742189" sldId="257"/>
        </pc:sldMkLst>
        <pc:spChg chg="mod">
          <ac:chgData name="GAN NG HEE" userId="S::23005870@siswa365.um.edu.my::8a71628e-24d0-4959-b92a-26905acd8b62" providerId="AD" clId="Web-{38E4FF52-ABAA-3133-255E-7817C9FF8162}" dt="2026-01-08T04:42:16.577" v="5" actId="20577"/>
          <ac:spMkLst>
            <pc:docMk/>
            <pc:sldMk cId="2593742189" sldId="257"/>
            <ac:spMk id="3" creationId="{9372929D-EDE3-6B4A-9977-91313BACC4EA}"/>
          </ac:spMkLst>
        </pc:spChg>
        <pc:spChg chg="mod">
          <ac:chgData name="GAN NG HEE" userId="S::23005870@siswa365.um.edu.my::8a71628e-24d0-4959-b92a-26905acd8b62" providerId="AD" clId="Web-{38E4FF52-ABAA-3133-255E-7817C9FF8162}" dt="2026-01-08T04:55:07.005" v="132" actId="20577"/>
          <ac:spMkLst>
            <pc:docMk/>
            <pc:sldMk cId="2593742189" sldId="257"/>
            <ac:spMk id="7" creationId="{98A6C4C4-1A3F-D184-6E44-B62FB980DC80}"/>
          </ac:spMkLst>
        </pc:spChg>
      </pc:sldChg>
    </pc:docChg>
  </pc:docChgLst>
  <pc:docChgLst>
    <pc:chgData name="LIM HUEY WEN" userId="26daa5ff-96b8-4fab-be34-dc1791d1df31" providerId="ADAL" clId="{E2565842-111F-48FA-99B0-8C461494F1EE}"/>
    <pc:docChg chg="undo redo custSel modSld">
      <pc:chgData name="LIM HUEY WEN" userId="26daa5ff-96b8-4fab-be34-dc1791d1df31" providerId="ADAL" clId="{E2565842-111F-48FA-99B0-8C461494F1EE}" dt="2026-01-08T07:54:59.135" v="910" actId="1076"/>
      <pc:docMkLst>
        <pc:docMk/>
      </pc:docMkLst>
      <pc:sldChg chg="addSp delSp modSp mod modClrScheme chgLayout">
        <pc:chgData name="LIM HUEY WEN" userId="26daa5ff-96b8-4fab-be34-dc1791d1df31" providerId="ADAL" clId="{E2565842-111F-48FA-99B0-8C461494F1EE}" dt="2026-01-08T07:46:25.170" v="803" actId="12789"/>
        <pc:sldMkLst>
          <pc:docMk/>
          <pc:sldMk cId="2593742189" sldId="257"/>
        </pc:sldMkLst>
        <pc:spChg chg="mod ord">
          <ac:chgData name="LIM HUEY WEN" userId="26daa5ff-96b8-4fab-be34-dc1791d1df31" providerId="ADAL" clId="{E2565842-111F-48FA-99B0-8C461494F1EE}" dt="2026-01-08T07:39:10.820" v="714" actId="12788"/>
          <ac:spMkLst>
            <pc:docMk/>
            <pc:sldMk cId="2593742189" sldId="257"/>
            <ac:spMk id="2" creationId="{20A0479A-A7F8-BF46-84C6-049CC03F051A}"/>
          </ac:spMkLst>
        </pc:spChg>
        <pc:spChg chg="add">
          <ac:chgData name="LIM HUEY WEN" userId="26daa5ff-96b8-4fab-be34-dc1791d1df31" providerId="ADAL" clId="{E2565842-111F-48FA-99B0-8C461494F1EE}" dt="2026-01-08T05:34:49.147" v="38"/>
          <ac:spMkLst>
            <pc:docMk/>
            <pc:sldMk cId="2593742189" sldId="257"/>
            <ac:spMk id="3" creationId="{8B18F0C7-F222-4411-7C05-6D031D376252}"/>
          </ac:spMkLst>
        </pc:spChg>
        <pc:spChg chg="del mod ord">
          <ac:chgData name="LIM HUEY WEN" userId="26daa5ff-96b8-4fab-be34-dc1791d1df31" providerId="ADAL" clId="{E2565842-111F-48FA-99B0-8C461494F1EE}" dt="2026-01-08T04:42:30.891" v="3" actId="931"/>
          <ac:spMkLst>
            <pc:docMk/>
            <pc:sldMk cId="2593742189" sldId="257"/>
            <ac:spMk id="3" creationId="{9372929D-EDE3-6B4A-9977-91313BACC4EA}"/>
          </ac:spMkLst>
        </pc:spChg>
        <pc:spChg chg="add del mod ord">
          <ac:chgData name="LIM HUEY WEN" userId="26daa5ff-96b8-4fab-be34-dc1791d1df31" providerId="ADAL" clId="{E2565842-111F-48FA-99B0-8C461494F1EE}" dt="2026-01-08T04:42:15.681" v="1" actId="700"/>
          <ac:spMkLst>
            <pc:docMk/>
            <pc:sldMk cId="2593742189" sldId="257"/>
            <ac:spMk id="4" creationId="{8DBD715B-8FF9-4658-0863-DC454FC0AF25}"/>
          </ac:spMkLst>
        </pc:spChg>
        <pc:spChg chg="add">
          <ac:chgData name="LIM HUEY WEN" userId="26daa5ff-96b8-4fab-be34-dc1791d1df31" providerId="ADAL" clId="{E2565842-111F-48FA-99B0-8C461494F1EE}" dt="2026-01-08T05:37:21.558" v="119"/>
          <ac:spMkLst>
            <pc:docMk/>
            <pc:sldMk cId="2593742189" sldId="257"/>
            <ac:spMk id="4" creationId="{C145C3BA-FD11-7366-DEF0-D65F538FEE02}"/>
          </ac:spMkLst>
        </pc:spChg>
        <pc:spChg chg="add del mod ord">
          <ac:chgData name="LIM HUEY WEN" userId="26daa5ff-96b8-4fab-be34-dc1791d1df31" providerId="ADAL" clId="{E2565842-111F-48FA-99B0-8C461494F1EE}" dt="2026-01-08T04:42:15.681" v="1" actId="700"/>
          <ac:spMkLst>
            <pc:docMk/>
            <pc:sldMk cId="2593742189" sldId="257"/>
            <ac:spMk id="5" creationId="{0424F85C-48A5-743E-21EE-CEA32CBEA801}"/>
          </ac:spMkLst>
        </pc:spChg>
        <pc:spChg chg="add del mod ord">
          <ac:chgData name="LIM HUEY WEN" userId="26daa5ff-96b8-4fab-be34-dc1791d1df31" providerId="ADAL" clId="{E2565842-111F-48FA-99B0-8C461494F1EE}" dt="2026-01-08T04:42:15.681" v="1" actId="700"/>
          <ac:spMkLst>
            <pc:docMk/>
            <pc:sldMk cId="2593742189" sldId="257"/>
            <ac:spMk id="6" creationId="{72C7C89B-6BD3-377E-F213-514596E8C78B}"/>
          </ac:spMkLst>
        </pc:spChg>
        <pc:spChg chg="add mod ord">
          <ac:chgData name="LIM HUEY WEN" userId="26daa5ff-96b8-4fab-be34-dc1791d1df31" providerId="ADAL" clId="{E2565842-111F-48FA-99B0-8C461494F1EE}" dt="2026-01-08T07:46:25.170" v="803" actId="12789"/>
          <ac:spMkLst>
            <pc:docMk/>
            <pc:sldMk cId="2593742189" sldId="257"/>
            <ac:spMk id="7" creationId="{98A6C4C4-1A3F-D184-6E44-B62FB980DC80}"/>
          </ac:spMkLst>
        </pc:spChg>
        <pc:picChg chg="add mod ord modCrop">
          <ac:chgData name="LIM HUEY WEN" userId="26daa5ff-96b8-4fab-be34-dc1791d1df31" providerId="ADAL" clId="{E2565842-111F-48FA-99B0-8C461494F1EE}" dt="2026-01-08T07:39:10.820" v="714" actId="12788"/>
          <ac:picMkLst>
            <pc:docMk/>
            <pc:sldMk cId="2593742189" sldId="257"/>
            <ac:picMk id="9" creationId="{C639A35C-A374-8F44-2EBE-FFBA02BCBE6F}"/>
          </ac:picMkLst>
        </pc:picChg>
      </pc:sldChg>
      <pc:sldChg chg="addSp delSp modSp mod modClrScheme chgLayout">
        <pc:chgData name="LIM HUEY WEN" userId="26daa5ff-96b8-4fab-be34-dc1791d1df31" providerId="ADAL" clId="{E2565842-111F-48FA-99B0-8C461494F1EE}" dt="2026-01-08T07:46:41.470" v="805" actId="12789"/>
        <pc:sldMkLst>
          <pc:docMk/>
          <pc:sldMk cId="3927733991" sldId="258"/>
        </pc:sldMkLst>
        <pc:spChg chg="del mod ord">
          <ac:chgData name="LIM HUEY WEN" userId="26daa5ff-96b8-4fab-be34-dc1791d1df31" providerId="ADAL" clId="{E2565842-111F-48FA-99B0-8C461494F1EE}" dt="2026-01-08T07:10:36.636" v="240" actId="478"/>
          <ac:spMkLst>
            <pc:docMk/>
            <pc:sldMk cId="3927733991" sldId="258"/>
            <ac:spMk id="2" creationId="{20A0479A-A7F8-BF46-84C6-049CC03F051A}"/>
          </ac:spMkLst>
        </pc:spChg>
        <pc:spChg chg="del mod ord">
          <ac:chgData name="LIM HUEY WEN" userId="26daa5ff-96b8-4fab-be34-dc1791d1df31" providerId="ADAL" clId="{E2565842-111F-48FA-99B0-8C461494F1EE}" dt="2026-01-08T04:43:37.916" v="4" actId="700"/>
          <ac:spMkLst>
            <pc:docMk/>
            <pc:sldMk cId="3927733991" sldId="258"/>
            <ac:spMk id="3" creationId="{9372929D-EDE3-6B4A-9977-91313BACC4EA}"/>
          </ac:spMkLst>
        </pc:spChg>
        <pc:spChg chg="add mod ord">
          <ac:chgData name="LIM HUEY WEN" userId="26daa5ff-96b8-4fab-be34-dc1791d1df31" providerId="ADAL" clId="{E2565842-111F-48FA-99B0-8C461494F1EE}" dt="2026-01-08T04:43:37.916" v="4" actId="700"/>
          <ac:spMkLst>
            <pc:docMk/>
            <pc:sldMk cId="3927733991" sldId="258"/>
            <ac:spMk id="4" creationId="{CA3084F4-54AF-7A1E-0963-BFA82139CD71}"/>
          </ac:spMkLst>
        </pc:spChg>
        <pc:spChg chg="add del mod ord">
          <ac:chgData name="LIM HUEY WEN" userId="26daa5ff-96b8-4fab-be34-dc1791d1df31" providerId="ADAL" clId="{E2565842-111F-48FA-99B0-8C461494F1EE}" dt="2026-01-08T07:10:33.276" v="239" actId="478"/>
          <ac:spMkLst>
            <pc:docMk/>
            <pc:sldMk cId="3927733991" sldId="258"/>
            <ac:spMk id="5" creationId="{9A2938C6-85A1-9448-7A6D-501EB4A696C9}"/>
          </ac:spMkLst>
        </pc:spChg>
        <pc:spChg chg="add del mod">
          <ac:chgData name="LIM HUEY WEN" userId="26daa5ff-96b8-4fab-be34-dc1791d1df31" providerId="ADAL" clId="{E2565842-111F-48FA-99B0-8C461494F1EE}" dt="2026-01-08T07:10:51.955" v="246" actId="700"/>
          <ac:spMkLst>
            <pc:docMk/>
            <pc:sldMk cId="3927733991" sldId="258"/>
            <ac:spMk id="6" creationId="{C26530F6-6E3F-9FAE-DEF2-71972C614B94}"/>
          </ac:spMkLst>
        </pc:spChg>
        <pc:spChg chg="add mod ord">
          <ac:chgData name="LIM HUEY WEN" userId="26daa5ff-96b8-4fab-be34-dc1791d1df31" providerId="ADAL" clId="{E2565842-111F-48FA-99B0-8C461494F1EE}" dt="2026-01-08T07:39:21.940" v="716" actId="1076"/>
          <ac:spMkLst>
            <pc:docMk/>
            <pc:sldMk cId="3927733991" sldId="258"/>
            <ac:spMk id="7" creationId="{621D9D18-5569-317C-3D25-9CE60FA42E3A}"/>
          </ac:spMkLst>
        </pc:spChg>
        <pc:spChg chg="del mod">
          <ac:chgData name="LIM HUEY WEN" userId="26daa5ff-96b8-4fab-be34-dc1791d1df31" providerId="ADAL" clId="{E2565842-111F-48FA-99B0-8C461494F1EE}" dt="2026-01-08T07:10:39.737" v="241" actId="478"/>
          <ac:spMkLst>
            <pc:docMk/>
            <pc:sldMk cId="3927733991" sldId="258"/>
            <ac:spMk id="9" creationId="{D29938C3-7014-9E73-E1A6-35C41517B5D1}"/>
          </ac:spMkLst>
        </pc:spChg>
        <pc:spChg chg="add mod ord">
          <ac:chgData name="LIM HUEY WEN" userId="26daa5ff-96b8-4fab-be34-dc1791d1df31" providerId="ADAL" clId="{E2565842-111F-48FA-99B0-8C461494F1EE}" dt="2026-01-08T07:46:41.470" v="805" actId="12789"/>
          <ac:spMkLst>
            <pc:docMk/>
            <pc:sldMk cId="3927733991" sldId="258"/>
            <ac:spMk id="10" creationId="{0E85CA57-13F5-D500-65BA-D8604EBA1AD6}"/>
          </ac:spMkLst>
        </pc:spChg>
        <pc:spChg chg="del">
          <ac:chgData name="LIM HUEY WEN" userId="26daa5ff-96b8-4fab-be34-dc1791d1df31" providerId="ADAL" clId="{E2565842-111F-48FA-99B0-8C461494F1EE}" dt="2026-01-08T07:10:47.939" v="245" actId="478"/>
          <ac:spMkLst>
            <pc:docMk/>
            <pc:sldMk cId="3927733991" sldId="258"/>
            <ac:spMk id="11" creationId="{D6DC5422-4390-705F-A460-A253183C8B95}"/>
          </ac:spMkLst>
        </pc:spChg>
        <pc:spChg chg="del">
          <ac:chgData name="LIM HUEY WEN" userId="26daa5ff-96b8-4fab-be34-dc1791d1df31" providerId="ADAL" clId="{E2565842-111F-48FA-99B0-8C461494F1EE}" dt="2026-01-08T07:10:44.322" v="244" actId="478"/>
          <ac:spMkLst>
            <pc:docMk/>
            <pc:sldMk cId="3927733991" sldId="258"/>
            <ac:spMk id="12" creationId="{AEDF1A77-4B23-7711-EEEA-94D3CC6F6BAC}"/>
          </ac:spMkLst>
        </pc:spChg>
        <pc:spChg chg="del mod">
          <ac:chgData name="LIM HUEY WEN" userId="26daa5ff-96b8-4fab-be34-dc1791d1df31" providerId="ADAL" clId="{E2565842-111F-48FA-99B0-8C461494F1EE}" dt="2026-01-08T07:10:42.232" v="243" actId="478"/>
          <ac:spMkLst>
            <pc:docMk/>
            <pc:sldMk cId="3927733991" sldId="258"/>
            <ac:spMk id="13" creationId="{824EA365-88A8-CF80-AACF-823A38C536DC}"/>
          </ac:spMkLst>
        </pc:spChg>
        <pc:picChg chg="mod ord">
          <ac:chgData name="LIM HUEY WEN" userId="26daa5ff-96b8-4fab-be34-dc1791d1df31" providerId="ADAL" clId="{E2565842-111F-48FA-99B0-8C461494F1EE}" dt="2026-01-08T07:16:58.688" v="490" actId="1076"/>
          <ac:picMkLst>
            <pc:docMk/>
            <pc:sldMk cId="3927733991" sldId="258"/>
            <ac:picMk id="3" creationId="{EB894A9E-AB3B-6C0D-51FF-ADF1C0E65E9A}"/>
          </ac:picMkLst>
        </pc:picChg>
        <pc:picChg chg="del">
          <ac:chgData name="LIM HUEY WEN" userId="26daa5ff-96b8-4fab-be34-dc1791d1df31" providerId="ADAL" clId="{E2565842-111F-48FA-99B0-8C461494F1EE}" dt="2026-01-08T07:10:27.487" v="236" actId="478"/>
          <ac:picMkLst>
            <pc:docMk/>
            <pc:sldMk cId="3927733991" sldId="258"/>
            <ac:picMk id="8" creationId="{8B3BA19D-F900-6A74-821C-57F70BD93B5F}"/>
          </ac:picMkLst>
        </pc:picChg>
      </pc:sldChg>
      <pc:sldChg chg="addSp delSp modSp mod setBg modClrScheme delDesignElem chgLayout">
        <pc:chgData name="LIM HUEY WEN" userId="26daa5ff-96b8-4fab-be34-dc1791d1df31" providerId="ADAL" clId="{E2565842-111F-48FA-99B0-8C461494F1EE}" dt="2026-01-08T07:42:42.310" v="789" actId="255"/>
        <pc:sldMkLst>
          <pc:docMk/>
          <pc:sldMk cId="95604287" sldId="259"/>
        </pc:sldMkLst>
        <pc:spChg chg="del mod ord">
          <ac:chgData name="LIM HUEY WEN" userId="26daa5ff-96b8-4fab-be34-dc1791d1df31" providerId="ADAL" clId="{E2565842-111F-48FA-99B0-8C461494F1EE}" dt="2026-01-08T07:20:41.708" v="506" actId="478"/>
          <ac:spMkLst>
            <pc:docMk/>
            <pc:sldMk cId="95604287" sldId="259"/>
            <ac:spMk id="2" creationId="{20A0479A-A7F8-BF46-84C6-049CC03F051A}"/>
          </ac:spMkLst>
        </pc:spChg>
        <pc:spChg chg="add mod ord">
          <ac:chgData name="LIM HUEY WEN" userId="26daa5ff-96b8-4fab-be34-dc1791d1df31" providerId="ADAL" clId="{E2565842-111F-48FA-99B0-8C461494F1EE}" dt="2026-01-08T04:51:41.660" v="7" actId="700"/>
          <ac:spMkLst>
            <pc:docMk/>
            <pc:sldMk cId="95604287" sldId="259"/>
            <ac:spMk id="4" creationId="{BC0114AA-AFC2-71FC-C6C5-E4C35591A94C}"/>
          </ac:spMkLst>
        </pc:spChg>
        <pc:spChg chg="add del mod">
          <ac:chgData name="LIM HUEY WEN" userId="26daa5ff-96b8-4fab-be34-dc1791d1df31" providerId="ADAL" clId="{E2565842-111F-48FA-99B0-8C461494F1EE}" dt="2026-01-08T07:20:55.808" v="515" actId="700"/>
          <ac:spMkLst>
            <pc:docMk/>
            <pc:sldMk cId="95604287" sldId="259"/>
            <ac:spMk id="4" creationId="{E59CED6D-6045-E40F-E5B3-DEE0F45220C4}"/>
          </ac:spMkLst>
        </pc:spChg>
        <pc:spChg chg="add mod ord">
          <ac:chgData name="LIM HUEY WEN" userId="26daa5ff-96b8-4fab-be34-dc1791d1df31" providerId="ADAL" clId="{E2565842-111F-48FA-99B0-8C461494F1EE}" dt="2026-01-08T04:51:41.660" v="7" actId="700"/>
          <ac:spMkLst>
            <pc:docMk/>
            <pc:sldMk cId="95604287" sldId="259"/>
            <ac:spMk id="5" creationId="{103DB127-E7E4-44A8-0302-686B1708A79A}"/>
          </ac:spMkLst>
        </pc:spChg>
        <pc:spChg chg="add del mod ord">
          <ac:chgData name="LIM HUEY WEN" userId="26daa5ff-96b8-4fab-be34-dc1791d1df31" providerId="ADAL" clId="{E2565842-111F-48FA-99B0-8C461494F1EE}" dt="2026-01-08T07:21:05.840" v="517" actId="700"/>
          <ac:spMkLst>
            <pc:docMk/>
            <pc:sldMk cId="95604287" sldId="259"/>
            <ac:spMk id="5" creationId="{BCF13ADE-9D15-6684-126E-104967395C0D}"/>
          </ac:spMkLst>
        </pc:spChg>
        <pc:spChg chg="add del mod ord">
          <ac:chgData name="LIM HUEY WEN" userId="26daa5ff-96b8-4fab-be34-dc1791d1df31" providerId="ADAL" clId="{E2565842-111F-48FA-99B0-8C461494F1EE}" dt="2026-01-08T07:20:57.370" v="516" actId="26606"/>
          <ac:spMkLst>
            <pc:docMk/>
            <pc:sldMk cId="95604287" sldId="259"/>
            <ac:spMk id="6" creationId="{293AC977-A2EA-A172-370E-49F0256565E6}"/>
          </ac:spMkLst>
        </pc:spChg>
        <pc:spChg chg="add del mod ord">
          <ac:chgData name="LIM HUEY WEN" userId="26daa5ff-96b8-4fab-be34-dc1791d1df31" providerId="ADAL" clId="{E2565842-111F-48FA-99B0-8C461494F1EE}" dt="2026-01-08T07:20:57.370" v="516" actId="26606"/>
          <ac:spMkLst>
            <pc:docMk/>
            <pc:sldMk cId="95604287" sldId="259"/>
            <ac:spMk id="7" creationId="{81D9313F-3136-0EE8-2BC1-8CDAC2A68F91}"/>
          </ac:spMkLst>
        </pc:spChg>
        <pc:spChg chg="add mod ord">
          <ac:chgData name="LIM HUEY WEN" userId="26daa5ff-96b8-4fab-be34-dc1791d1df31" providerId="ADAL" clId="{E2565842-111F-48FA-99B0-8C461494F1EE}" dt="2026-01-08T07:39:53.328" v="724" actId="1076"/>
          <ac:spMkLst>
            <pc:docMk/>
            <pc:sldMk cId="95604287" sldId="259"/>
            <ac:spMk id="8" creationId="{64D58C1C-7B8E-C7E3-807B-82822FCB680B}"/>
          </ac:spMkLst>
        </pc:spChg>
        <pc:spChg chg="del">
          <ac:chgData name="LIM HUEY WEN" userId="26daa5ff-96b8-4fab-be34-dc1791d1df31" providerId="ADAL" clId="{E2565842-111F-48FA-99B0-8C461494F1EE}" dt="2026-01-08T07:20:42.270" v="507" actId="478"/>
          <ac:spMkLst>
            <pc:docMk/>
            <pc:sldMk cId="95604287" sldId="259"/>
            <ac:spMk id="14" creationId="{9C200710-EB3F-BAAD-B907-26E8491CC991}"/>
          </ac:spMkLst>
        </pc:spChg>
        <pc:spChg chg="del mod">
          <ac:chgData name="LIM HUEY WEN" userId="26daa5ff-96b8-4fab-be34-dc1791d1df31" providerId="ADAL" clId="{E2565842-111F-48FA-99B0-8C461494F1EE}" dt="2026-01-08T07:20:46.298" v="513" actId="478"/>
          <ac:spMkLst>
            <pc:docMk/>
            <pc:sldMk cId="95604287" sldId="259"/>
            <ac:spMk id="15" creationId="{B14F2573-EE74-727F-9CB2-7D9696459D9F}"/>
          </ac:spMkLst>
        </pc:spChg>
        <pc:spChg chg="add del mod ord">
          <ac:chgData name="LIM HUEY WEN" userId="26daa5ff-96b8-4fab-be34-dc1791d1df31" providerId="ADAL" clId="{E2565842-111F-48FA-99B0-8C461494F1EE}" dt="2026-01-08T07:42:42.310" v="789" actId="255"/>
          <ac:spMkLst>
            <pc:docMk/>
            <pc:sldMk cId="95604287" sldId="259"/>
            <ac:spMk id="16" creationId="{B9F3358F-5CF1-E24E-DE72-144A3C3658F1}"/>
          </ac:spMkLst>
        </pc:spChg>
        <pc:spChg chg="del">
          <ac:chgData name="LIM HUEY WEN" userId="26daa5ff-96b8-4fab-be34-dc1791d1df31" providerId="ADAL" clId="{E2565842-111F-48FA-99B0-8C461494F1EE}" dt="2026-01-08T07:20:47.923" v="514" actId="478"/>
          <ac:spMkLst>
            <pc:docMk/>
            <pc:sldMk cId="95604287" sldId="259"/>
            <ac:spMk id="17" creationId="{6A31F49C-1FF5-54B8-DDBD-3EE17A149571}"/>
          </ac:spMkLst>
        </pc:spChg>
        <pc:spChg chg="add mod">
          <ac:chgData name="LIM HUEY WEN" userId="26daa5ff-96b8-4fab-be34-dc1791d1df31" providerId="ADAL" clId="{E2565842-111F-48FA-99B0-8C461494F1EE}" dt="2026-01-08T07:21:38.239" v="526"/>
          <ac:spMkLst>
            <pc:docMk/>
            <pc:sldMk cId="95604287" sldId="259"/>
            <ac:spMk id="19" creationId="{FB342E8C-100E-26EC-80D7-C1753EE9B40F}"/>
          </ac:spMkLst>
        </pc:spChg>
        <pc:spChg chg="add del mod">
          <ac:chgData name="LIM HUEY WEN" userId="26daa5ff-96b8-4fab-be34-dc1791d1df31" providerId="ADAL" clId="{E2565842-111F-48FA-99B0-8C461494F1EE}" dt="2026-01-08T07:28:04.462" v="630" actId="931"/>
          <ac:spMkLst>
            <pc:docMk/>
            <pc:sldMk cId="95604287" sldId="259"/>
            <ac:spMk id="21" creationId="{06FA5BD2-71A9-711C-C5E6-785092639F64}"/>
          </ac:spMkLst>
        </pc:spChg>
        <pc:spChg chg="add del">
          <ac:chgData name="LIM HUEY WEN" userId="26daa5ff-96b8-4fab-be34-dc1791d1df31" providerId="ADAL" clId="{E2565842-111F-48FA-99B0-8C461494F1EE}" dt="2026-01-08T07:21:05.840" v="517" actId="700"/>
          <ac:spMkLst>
            <pc:docMk/>
            <pc:sldMk cId="95604287" sldId="259"/>
            <ac:spMk id="23" creationId="{D4771268-CB57-404A-9271-370EB28F6090}"/>
          </ac:spMkLst>
        </pc:spChg>
        <pc:picChg chg="del">
          <ac:chgData name="LIM HUEY WEN" userId="26daa5ff-96b8-4fab-be34-dc1791d1df31" providerId="ADAL" clId="{E2565842-111F-48FA-99B0-8C461494F1EE}" dt="2026-01-08T07:20:43.286" v="509" actId="478"/>
          <ac:picMkLst>
            <pc:docMk/>
            <pc:sldMk cId="95604287" sldId="259"/>
            <ac:picMk id="9" creationId="{FB76DF67-B697-3835-9E0E-718D8887A14B}"/>
          </ac:picMkLst>
        </pc:picChg>
        <pc:picChg chg="del">
          <ac:chgData name="LIM HUEY WEN" userId="26daa5ff-96b8-4fab-be34-dc1791d1df31" providerId="ADAL" clId="{E2565842-111F-48FA-99B0-8C461494F1EE}" dt="2026-01-08T07:20:42.767" v="508" actId="478"/>
          <ac:picMkLst>
            <pc:docMk/>
            <pc:sldMk cId="95604287" sldId="259"/>
            <ac:picMk id="10" creationId="{0BD135E4-3E05-7DE6-9689-BBBDB255A6FF}"/>
          </ac:picMkLst>
        </pc:picChg>
        <pc:picChg chg="del">
          <ac:chgData name="LIM HUEY WEN" userId="26daa5ff-96b8-4fab-be34-dc1791d1df31" providerId="ADAL" clId="{E2565842-111F-48FA-99B0-8C461494F1EE}" dt="2026-01-08T07:20:43.775" v="510" actId="478"/>
          <ac:picMkLst>
            <pc:docMk/>
            <pc:sldMk cId="95604287" sldId="259"/>
            <ac:picMk id="11" creationId="{0B86D588-D554-A727-DEC2-026002BF6768}"/>
          </ac:picMkLst>
        </pc:picChg>
        <pc:picChg chg="del">
          <ac:chgData name="LIM HUEY WEN" userId="26daa5ff-96b8-4fab-be34-dc1791d1df31" providerId="ADAL" clId="{E2565842-111F-48FA-99B0-8C461494F1EE}" dt="2026-01-08T07:20:44.223" v="511" actId="478"/>
          <ac:picMkLst>
            <pc:docMk/>
            <pc:sldMk cId="95604287" sldId="259"/>
            <ac:picMk id="12" creationId="{47B24DCD-1483-DE3A-FBDC-60A47CDF2151}"/>
          </ac:picMkLst>
        </pc:picChg>
        <pc:picChg chg="del mod ord">
          <ac:chgData name="LIM HUEY WEN" userId="26daa5ff-96b8-4fab-be34-dc1791d1df31" providerId="ADAL" clId="{E2565842-111F-48FA-99B0-8C461494F1EE}" dt="2026-01-08T07:26:44.619" v="629" actId="478"/>
          <ac:picMkLst>
            <pc:docMk/>
            <pc:sldMk cId="95604287" sldId="259"/>
            <ac:picMk id="18" creationId="{A68DB819-6742-F286-7542-07DECD0BF08A}"/>
          </ac:picMkLst>
        </pc:picChg>
        <pc:picChg chg="add mod modCrop">
          <ac:chgData name="LIM HUEY WEN" userId="26daa5ff-96b8-4fab-be34-dc1791d1df31" providerId="ADAL" clId="{E2565842-111F-48FA-99B0-8C461494F1EE}" dt="2026-01-08T07:28:33.630" v="638" actId="1076"/>
          <ac:picMkLst>
            <pc:docMk/>
            <pc:sldMk cId="95604287" sldId="259"/>
            <ac:picMk id="24" creationId="{0D891938-102D-CBB7-D8C0-389E10FD3F1C}"/>
          </ac:picMkLst>
        </pc:picChg>
      </pc:sldChg>
      <pc:sldChg chg="addSp delSp modSp mod modClrScheme delDesignElem chgLayout">
        <pc:chgData name="LIM HUEY WEN" userId="26daa5ff-96b8-4fab-be34-dc1791d1df31" providerId="ADAL" clId="{E2565842-111F-48FA-99B0-8C461494F1EE}" dt="2026-01-08T07:54:59.135" v="910" actId="1076"/>
        <pc:sldMkLst>
          <pc:docMk/>
          <pc:sldMk cId="378475545" sldId="260"/>
        </pc:sldMkLst>
        <pc:spChg chg="mod ord">
          <ac:chgData name="LIM HUEY WEN" userId="26daa5ff-96b8-4fab-be34-dc1791d1df31" providerId="ADAL" clId="{E2565842-111F-48FA-99B0-8C461494F1EE}" dt="2026-01-08T07:54:59.135" v="910" actId="1076"/>
          <ac:spMkLst>
            <pc:docMk/>
            <pc:sldMk cId="378475545" sldId="260"/>
            <ac:spMk id="2" creationId="{20A0479A-A7F8-BF46-84C6-049CC03F051A}"/>
          </ac:spMkLst>
        </pc:spChg>
        <pc:spChg chg="del mod ord">
          <ac:chgData name="LIM HUEY WEN" userId="26daa5ff-96b8-4fab-be34-dc1791d1df31" providerId="ADAL" clId="{E2565842-111F-48FA-99B0-8C461494F1EE}" dt="2026-01-08T04:43:44.921" v="5" actId="700"/>
          <ac:spMkLst>
            <pc:docMk/>
            <pc:sldMk cId="378475545" sldId="260"/>
            <ac:spMk id="3" creationId="{9372929D-EDE3-6B4A-9977-91313BACC4EA}"/>
          </ac:spMkLst>
        </pc:spChg>
        <pc:spChg chg="add del mod ord">
          <ac:chgData name="LIM HUEY WEN" userId="26daa5ff-96b8-4fab-be34-dc1791d1df31" providerId="ADAL" clId="{E2565842-111F-48FA-99B0-8C461494F1EE}" dt="2026-01-08T04:43:48.874" v="6" actId="700"/>
          <ac:spMkLst>
            <pc:docMk/>
            <pc:sldMk cId="378475545" sldId="260"/>
            <ac:spMk id="4" creationId="{00EC793A-5AB2-0821-3A1C-A593CEB8EB4B}"/>
          </ac:spMkLst>
        </pc:spChg>
        <pc:spChg chg="add del mod ord">
          <ac:chgData name="LIM HUEY WEN" userId="26daa5ff-96b8-4fab-be34-dc1791d1df31" providerId="ADAL" clId="{E2565842-111F-48FA-99B0-8C461494F1EE}" dt="2026-01-08T04:43:48.874" v="6" actId="700"/>
          <ac:spMkLst>
            <pc:docMk/>
            <pc:sldMk cId="378475545" sldId="260"/>
            <ac:spMk id="5" creationId="{DD4A6E3D-4CCD-7CBD-841B-249CFF3FB2D3}"/>
          </ac:spMkLst>
        </pc:spChg>
        <pc:spChg chg="add mod ord">
          <ac:chgData name="LIM HUEY WEN" userId="26daa5ff-96b8-4fab-be34-dc1791d1df31" providerId="ADAL" clId="{E2565842-111F-48FA-99B0-8C461494F1EE}" dt="2026-01-08T04:43:48.874" v="6" actId="700"/>
          <ac:spMkLst>
            <pc:docMk/>
            <pc:sldMk cId="378475545" sldId="260"/>
            <ac:spMk id="6" creationId="{DDC252EA-DF23-486E-8424-6E9B2DD09C7A}"/>
          </ac:spMkLst>
        </pc:spChg>
        <pc:spChg chg="add mod ord">
          <ac:chgData name="LIM HUEY WEN" userId="26daa5ff-96b8-4fab-be34-dc1791d1df31" providerId="ADAL" clId="{E2565842-111F-48FA-99B0-8C461494F1EE}" dt="2026-01-08T07:54:50.692" v="907" actId="14100"/>
          <ac:spMkLst>
            <pc:docMk/>
            <pc:sldMk cId="378475545" sldId="260"/>
            <ac:spMk id="7" creationId="{5F57C8E5-79BF-505F-8768-E47C11AAC5FF}"/>
          </ac:spMkLst>
        </pc:spChg>
        <pc:spChg chg="add del">
          <ac:chgData name="LIM HUEY WEN" userId="26daa5ff-96b8-4fab-be34-dc1791d1df31" providerId="ADAL" clId="{E2565842-111F-48FA-99B0-8C461494F1EE}" dt="2026-01-08T07:35:47.505" v="700" actId="26606"/>
          <ac:spMkLst>
            <pc:docMk/>
            <pc:sldMk cId="378475545" sldId="260"/>
            <ac:spMk id="11" creationId="{9CE0A68D-28EF-49D9-B84B-5DAB38714976}"/>
          </ac:spMkLst>
        </pc:spChg>
        <pc:spChg chg="add del">
          <ac:chgData name="LIM HUEY WEN" userId="26daa5ff-96b8-4fab-be34-dc1791d1df31" providerId="ADAL" clId="{E2565842-111F-48FA-99B0-8C461494F1EE}" dt="2026-01-08T07:35:47.505" v="700" actId="26606"/>
          <ac:spMkLst>
            <pc:docMk/>
            <pc:sldMk cId="378475545" sldId="260"/>
            <ac:spMk id="14" creationId="{1FA0C3DC-24DE-44E3-9D41-CAA5F3B20751}"/>
          </ac:spMkLst>
        </pc:spChg>
        <pc:spChg chg="del">
          <ac:chgData name="LIM HUEY WEN" userId="26daa5ff-96b8-4fab-be34-dc1791d1df31" providerId="ADAL" clId="{E2565842-111F-48FA-99B0-8C461494F1EE}" dt="2026-01-08T07:29:35.882" v="639" actId="700"/>
          <ac:spMkLst>
            <pc:docMk/>
            <pc:sldMk cId="378475545" sldId="260"/>
            <ac:spMk id="15" creationId="{F13C74B1-5B17-4795-BED0-7140497B445A}"/>
          </ac:spMkLst>
        </pc:spChg>
        <pc:spChg chg="add del">
          <ac:chgData name="LIM HUEY WEN" userId="26daa5ff-96b8-4fab-be34-dc1791d1df31" providerId="ADAL" clId="{E2565842-111F-48FA-99B0-8C461494F1EE}" dt="2026-01-08T07:35:49.741" v="702" actId="26606"/>
          <ac:spMkLst>
            <pc:docMk/>
            <pc:sldMk cId="378475545" sldId="260"/>
            <ac:spMk id="16" creationId="{ACD3AB31-A71C-4414-BA05-CF667CBA34D2}"/>
          </ac:spMkLst>
        </pc:spChg>
        <pc:spChg chg="del">
          <ac:chgData name="LIM HUEY WEN" userId="26daa5ff-96b8-4fab-be34-dc1791d1df31" providerId="ADAL" clId="{E2565842-111F-48FA-99B0-8C461494F1EE}" dt="2026-01-08T07:29:35.882" v="639" actId="700"/>
          <ac:spMkLst>
            <pc:docMk/>
            <pc:sldMk cId="378475545" sldId="260"/>
            <ac:spMk id="17" creationId="{D4974D33-8DC5-464E-8C6D-BE58F0669C17}"/>
          </ac:spMkLst>
        </pc:spChg>
        <pc:spChg chg="add del">
          <ac:chgData name="LIM HUEY WEN" userId="26daa5ff-96b8-4fab-be34-dc1791d1df31" providerId="ADAL" clId="{E2565842-111F-48FA-99B0-8C461494F1EE}" dt="2026-01-08T07:35:49.741" v="702" actId="26606"/>
          <ac:spMkLst>
            <pc:docMk/>
            <pc:sldMk cId="378475545" sldId="260"/>
            <ac:spMk id="18" creationId="{C734A5BD-E49E-42B8-98ED-D6E95FF1EC72}"/>
          </ac:spMkLst>
        </pc:spChg>
        <pc:spChg chg="add del">
          <ac:chgData name="LIM HUEY WEN" userId="26daa5ff-96b8-4fab-be34-dc1791d1df31" providerId="ADAL" clId="{E2565842-111F-48FA-99B0-8C461494F1EE}" dt="2026-01-08T07:35:49.741" v="702" actId="26606"/>
          <ac:spMkLst>
            <pc:docMk/>
            <pc:sldMk cId="378475545" sldId="260"/>
            <ac:spMk id="19" creationId="{57BB0BA7-0383-4937-8874-B01AAA08E2CB}"/>
          </ac:spMkLst>
        </pc:spChg>
        <pc:picChg chg="mod ord modCrop">
          <ac:chgData name="LIM HUEY WEN" userId="26daa5ff-96b8-4fab-be34-dc1791d1df31" providerId="ADAL" clId="{E2565842-111F-48FA-99B0-8C461494F1EE}" dt="2026-01-08T07:54:55.609" v="909" actId="1076"/>
          <ac:picMkLst>
            <pc:docMk/>
            <pc:sldMk cId="378475545" sldId="260"/>
            <ac:picMk id="5" creationId="{4D8C497E-69C0-30B9-626F-54952295F32C}"/>
          </ac:picMkLst>
        </pc:picChg>
      </pc:sldChg>
    </pc:docChg>
  </pc:docChgLst>
  <pc:docChgLst>
    <pc:chgData name="GAN NG HEE" userId="S::23005870@siswa365.um.edu.my::8a71628e-24d0-4959-b92a-26905acd8b62" providerId="AD" clId="Web-{4872ED3A-2CCD-A488-9505-315368D810A4}"/>
    <pc:docChg chg="modSld">
      <pc:chgData name="GAN NG HEE" userId="S::23005870@siswa365.um.edu.my::8a71628e-24d0-4959-b92a-26905acd8b62" providerId="AD" clId="Web-{4872ED3A-2CCD-A488-9505-315368D810A4}" dt="2026-01-08T07:43:50.650" v="7" actId="1076"/>
      <pc:docMkLst>
        <pc:docMk/>
      </pc:docMkLst>
      <pc:sldChg chg="modSp">
        <pc:chgData name="GAN NG HEE" userId="S::23005870@siswa365.um.edu.my::8a71628e-24d0-4959-b92a-26905acd8b62" providerId="AD" clId="Web-{4872ED3A-2CCD-A488-9505-315368D810A4}" dt="2026-01-08T07:43:50.650" v="7" actId="1076"/>
        <pc:sldMkLst>
          <pc:docMk/>
          <pc:sldMk cId="95604287" sldId="259"/>
        </pc:sldMkLst>
        <pc:spChg chg="mod">
          <ac:chgData name="GAN NG HEE" userId="S::23005870@siswa365.um.edu.my::8a71628e-24d0-4959-b92a-26905acd8b62" providerId="AD" clId="Web-{4872ED3A-2CCD-A488-9505-315368D810A4}" dt="2026-01-08T07:43:50.650" v="7" actId="1076"/>
          <ac:spMkLst>
            <pc:docMk/>
            <pc:sldMk cId="95604287" sldId="259"/>
            <ac:spMk id="8" creationId="{64D58C1C-7B8E-C7E3-807B-82822FCB680B}"/>
          </ac:spMkLst>
        </pc:spChg>
      </pc:sldChg>
      <pc:sldChg chg="modSp">
        <pc:chgData name="GAN NG HEE" userId="S::23005870@siswa365.um.edu.my::8a71628e-24d0-4959-b92a-26905acd8b62" providerId="AD" clId="Web-{4872ED3A-2CCD-A488-9505-315368D810A4}" dt="2026-01-08T07:43:31.603" v="5" actId="20577"/>
        <pc:sldMkLst>
          <pc:docMk/>
          <pc:sldMk cId="378475545" sldId="260"/>
        </pc:sldMkLst>
        <pc:spChg chg="mod">
          <ac:chgData name="GAN NG HEE" userId="S::23005870@siswa365.um.edu.my::8a71628e-24d0-4959-b92a-26905acd8b62" providerId="AD" clId="Web-{4872ED3A-2CCD-A488-9505-315368D810A4}" dt="2026-01-08T07:43:31.603" v="5" actId="20577"/>
          <ac:spMkLst>
            <pc:docMk/>
            <pc:sldMk cId="378475545" sldId="260"/>
            <ac:spMk id="2" creationId="{20A0479A-A7F8-BF46-84C6-049CC03F051A}"/>
          </ac:spMkLst>
        </pc:spChg>
      </pc:sldChg>
    </pc:docChg>
  </pc:docChgLst>
  <pc:docChgLst>
    <pc:chgData name="TEE HUI EN" userId="S::23005825@siswa365.um.edu.my::8889dabf-5b9b-4982-9029-5caaf7ec309b" providerId="AD" clId="Web-{28A0E9A8-D896-18D1-3F0A-0A1506245904}"/>
    <pc:docChg chg="modSld">
      <pc:chgData name="TEE HUI EN" userId="S::23005825@siswa365.um.edu.my::8889dabf-5b9b-4982-9029-5caaf7ec309b" providerId="AD" clId="Web-{28A0E9A8-D896-18D1-3F0A-0A1506245904}" dt="2026-01-08T05:30:56.104" v="567" actId="1076"/>
      <pc:docMkLst>
        <pc:docMk/>
      </pc:docMkLst>
      <pc:sldChg chg="addSp delSp modSp">
        <pc:chgData name="TEE HUI EN" userId="S::23005825@siswa365.um.edu.my::8889dabf-5b9b-4982-9029-5caaf7ec309b" providerId="AD" clId="Web-{28A0E9A8-D896-18D1-3F0A-0A1506245904}" dt="2026-01-08T05:30:56.104" v="567" actId="1076"/>
        <pc:sldMkLst>
          <pc:docMk/>
          <pc:sldMk cId="3927733991" sldId="258"/>
        </pc:sldMkLst>
        <pc:spChg chg="mod">
          <ac:chgData name="TEE HUI EN" userId="S::23005825@siswa365.um.edu.my::8889dabf-5b9b-4982-9029-5caaf7ec309b" providerId="AD" clId="Web-{28A0E9A8-D896-18D1-3F0A-0A1506245904}" dt="2026-01-08T05:30:00.838" v="558" actId="1076"/>
          <ac:spMkLst>
            <pc:docMk/>
            <pc:sldMk cId="3927733991" sldId="258"/>
            <ac:spMk id="2" creationId="{20A0479A-A7F8-BF46-84C6-049CC03F051A}"/>
          </ac:spMkLst>
        </pc:spChg>
        <pc:spChg chg="del">
          <ac:chgData name="TEE HUI EN" userId="S::23005825@siswa365.um.edu.my::8889dabf-5b9b-4982-9029-5caaf7ec309b" providerId="AD" clId="Web-{28A0E9A8-D896-18D1-3F0A-0A1506245904}" dt="2026-01-08T04:51:23.428" v="0"/>
          <ac:spMkLst>
            <pc:docMk/>
            <pc:sldMk cId="3927733991" sldId="258"/>
            <ac:spMk id="4" creationId="{CA3084F4-54AF-7A1E-0963-BFA82139CD71}"/>
          </ac:spMkLst>
        </pc:spChg>
        <pc:spChg chg="mod">
          <ac:chgData name="TEE HUI EN" userId="S::23005825@siswa365.um.edu.my::8889dabf-5b9b-4982-9029-5caaf7ec309b" providerId="AD" clId="Web-{28A0E9A8-D896-18D1-3F0A-0A1506245904}" dt="2026-01-08T05:30:20.838" v="561" actId="1076"/>
          <ac:spMkLst>
            <pc:docMk/>
            <pc:sldMk cId="3927733991" sldId="258"/>
            <ac:spMk id="5" creationId="{9A2938C6-85A1-9448-7A6D-501EB4A696C9}"/>
          </ac:spMkLst>
        </pc:spChg>
        <pc:spChg chg="add del mod">
          <ac:chgData name="TEE HUI EN" userId="S::23005825@siswa365.um.edu.my::8889dabf-5b9b-4982-9029-5caaf7ec309b" providerId="AD" clId="Web-{28A0E9A8-D896-18D1-3F0A-0A1506245904}" dt="2026-01-08T04:59:38.003" v="96"/>
          <ac:spMkLst>
            <pc:docMk/>
            <pc:sldMk cId="3927733991" sldId="258"/>
            <ac:spMk id="7" creationId="{99E39956-6577-C4E2-A5B8-D76E602F3F6A}"/>
          </ac:spMkLst>
        </pc:spChg>
        <pc:spChg chg="add mod">
          <ac:chgData name="TEE HUI EN" userId="S::23005825@siswa365.um.edu.my::8889dabf-5b9b-4982-9029-5caaf7ec309b" providerId="AD" clId="Web-{28A0E9A8-D896-18D1-3F0A-0A1506245904}" dt="2026-01-08T05:30:30.839" v="563" actId="14100"/>
          <ac:spMkLst>
            <pc:docMk/>
            <pc:sldMk cId="3927733991" sldId="258"/>
            <ac:spMk id="9" creationId="{D29938C3-7014-9E73-E1A6-35C41517B5D1}"/>
          </ac:spMkLst>
        </pc:spChg>
        <pc:spChg chg="add mod">
          <ac:chgData name="TEE HUI EN" userId="S::23005825@siswa365.um.edu.my::8889dabf-5b9b-4982-9029-5caaf7ec309b" providerId="AD" clId="Web-{28A0E9A8-D896-18D1-3F0A-0A1506245904}" dt="2026-01-08T05:30:05.010" v="559" actId="1076"/>
          <ac:spMkLst>
            <pc:docMk/>
            <pc:sldMk cId="3927733991" sldId="258"/>
            <ac:spMk id="11" creationId="{D6DC5422-4390-705F-A460-A253183C8B95}"/>
          </ac:spMkLst>
        </pc:spChg>
        <pc:spChg chg="add mod">
          <ac:chgData name="TEE HUI EN" userId="S::23005825@siswa365.um.edu.my::8889dabf-5b9b-4982-9029-5caaf7ec309b" providerId="AD" clId="Web-{28A0E9A8-D896-18D1-3F0A-0A1506245904}" dt="2026-01-08T05:30:41.557" v="564" actId="1076"/>
          <ac:spMkLst>
            <pc:docMk/>
            <pc:sldMk cId="3927733991" sldId="258"/>
            <ac:spMk id="12" creationId="{AEDF1A77-4B23-7711-EEEA-94D3CC6F6BAC}"/>
          </ac:spMkLst>
        </pc:spChg>
        <pc:spChg chg="add mod">
          <ac:chgData name="TEE HUI EN" userId="S::23005825@siswa365.um.edu.my::8889dabf-5b9b-4982-9029-5caaf7ec309b" providerId="AD" clId="Web-{28A0E9A8-D896-18D1-3F0A-0A1506245904}" dt="2026-01-08T05:30:46.807" v="565" actId="1076"/>
          <ac:spMkLst>
            <pc:docMk/>
            <pc:sldMk cId="3927733991" sldId="258"/>
            <ac:spMk id="13" creationId="{824EA365-88A8-CF80-AACF-823A38C536DC}"/>
          </ac:spMkLst>
        </pc:spChg>
        <pc:picChg chg="add mod ord">
          <ac:chgData name="TEE HUI EN" userId="S::23005825@siswa365.um.edu.my::8889dabf-5b9b-4982-9029-5caaf7ec309b" providerId="AD" clId="Web-{28A0E9A8-D896-18D1-3F0A-0A1506245904}" dt="2026-01-08T05:30:56.104" v="567" actId="1076"/>
          <ac:picMkLst>
            <pc:docMk/>
            <pc:sldMk cId="3927733991" sldId="258"/>
            <ac:picMk id="3" creationId="{EB894A9E-AB3B-6C0D-51FF-ADF1C0E65E9A}"/>
          </ac:picMkLst>
        </pc:picChg>
        <pc:picChg chg="add del mod">
          <ac:chgData name="TEE HUI EN" userId="S::23005825@siswa365.um.edu.my::8889dabf-5b9b-4982-9029-5caaf7ec309b" providerId="AD" clId="Web-{28A0E9A8-D896-18D1-3F0A-0A1506245904}" dt="2026-01-08T04:59:02.296" v="89"/>
          <ac:picMkLst>
            <pc:docMk/>
            <pc:sldMk cId="3927733991" sldId="258"/>
            <ac:picMk id="6" creationId="{9201939B-EE7B-4FC6-8CBD-B2707EF6E43E}"/>
          </ac:picMkLst>
        </pc:picChg>
        <pc:picChg chg="add mod">
          <ac:chgData name="TEE HUI EN" userId="S::23005825@siswa365.um.edu.my::8889dabf-5b9b-4982-9029-5caaf7ec309b" providerId="AD" clId="Web-{28A0E9A8-D896-18D1-3F0A-0A1506245904}" dt="2026-01-08T05:30:25.839" v="562" actId="1076"/>
          <ac:picMkLst>
            <pc:docMk/>
            <pc:sldMk cId="3927733991" sldId="258"/>
            <ac:picMk id="8" creationId="{8B3BA19D-F900-6A74-821C-57F70BD93B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F83F-72C5-9642-BC41-F3A57BF36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D4C6B-33B8-1E43-92AC-45A3F1912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7563-F595-B24A-BA88-E8274DCE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C54F1-CF10-CC49-B468-5C254743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9040A-2154-CD4D-8FC7-151D686F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6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903A-76BB-1B4C-8CC7-491360E1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035D1-414F-9E46-8108-BA1CC9C67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AE1D-44C5-3544-9BCD-10DBF1B8B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3C5D2-92EA-2440-A22E-064AEF8F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0FA0F-F379-1A40-8ADE-8F19DB3E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6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669D-5BB0-6B4D-9A8C-DB22BF94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CCF32-5B50-6644-8B3E-148E2190F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35545-AA21-D242-8ED9-4369A24D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C8A11-8635-0146-9C9F-BF825580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0D4C9-5A9B-0A4E-B76C-D6C84946B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8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D78C-3A4B-D743-8585-1E532D6A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51DAF-B5AE-584F-B61B-44C3CCFAF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8AA4B-7C83-F145-AD83-2915A5D9C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F5486-C567-3045-A0E8-F7059FD7D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83D67-537E-D54A-B890-6097AF8B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4DC34-2AA1-B14B-A58D-7DE6CD23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1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47B5-0971-F143-8635-05B1667E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19A74-0A6D-0945-B7CE-22CC3CE45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40B42-CB72-554E-8FCF-348D4E79D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FD257-4F3F-AD4A-9F88-1176AECE0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316947-8E72-C74B-98B7-508D615C0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0F13D-4E4A-9746-A873-8B13F932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6C22D7-ED97-C848-B70A-A7E57AF8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AD0A0-3862-7146-92F6-C2EC45E0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51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F88F-0EBE-BB48-B948-1584EB6F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301C6-44D7-8540-A3C2-F05A36D2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A24EE-6FF5-5647-8F71-6BC40823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13332-D1B3-354C-A442-12604ED9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9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D6146-F90E-274C-B98B-FC5F4E1E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CBA1D-E1ED-4C42-BD6E-67248609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9DA91-D107-A947-9C58-9A2B8AAB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4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0394-B299-D946-B7EE-DC78C15D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2FA2-C46F-4B4E-90A7-FF1E668E7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C2AEF-899C-514F-9782-1011742C2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A6158-F547-A64D-AEEB-736CDAD4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20004-F9CB-3641-AACE-21119CBF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D416C-0A53-8F40-A80A-96116365E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7E1D-00FE-6445-8076-9C000E20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A6FE85-8C01-4B4C-98D2-AEE6927FE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B5647-5A7B-BD4E-8231-535C71DCE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F5EE1-6B8A-1044-A870-834B3380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12651-9F93-094D-832E-9221C748F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8512-1B4B-6A45-BBEC-3B4F3449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2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62B94-D728-894D-B5D2-D638E43E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2A21C-A13C-B140-B9AE-2CEE35455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3A5FD-26A5-B14D-8C47-5D7175DC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983CE-8F2A-E34D-B421-049FE2C0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68EA0-47F5-184A-9DA0-F47357DA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BC7D1-CE85-F94B-92FA-A0BB98A53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393BD-8A80-104F-BE44-D85ED3AB9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F32E5-576E-5043-89F0-8D14068F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98C18-42A1-9544-BBC7-AB3DC17B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283C9-079D-AE4A-82B5-0670ECFF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17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A3E19E-3B1E-074C-8F41-A91DDC43C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B33AD-86CA-7245-B3C5-CE3D1012B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D7B94-A4DE-1442-9B14-ABAF88320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BFEED-30A3-694A-98F8-BF573AC0263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BCA29-249A-4C4C-A7F8-35AA240C4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94E81-F893-B34B-B6BF-581C6CB92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D1D47-32E4-FD42-901E-80EC8FBF1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5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6EABB-644E-6A4D-9DF5-D11A20D59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Group 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CE81F1-B1C4-CBA7-69BF-CAE10C70E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305104"/>
              </p:ext>
            </p:extLst>
          </p:nvPr>
        </p:nvGraphicFramePr>
        <p:xfrm>
          <a:off x="2995822" y="2162398"/>
          <a:ext cx="6200356" cy="3419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8386">
                  <a:extLst>
                    <a:ext uri="{9D8B030D-6E8A-4147-A177-3AD203B41FA5}">
                      <a16:colId xmlns:a16="http://schemas.microsoft.com/office/drawing/2014/main" val="1766732157"/>
                    </a:ext>
                  </a:extLst>
                </a:gridCol>
                <a:gridCol w="3041970">
                  <a:extLst>
                    <a:ext uri="{9D8B030D-6E8A-4147-A177-3AD203B41FA5}">
                      <a16:colId xmlns:a16="http://schemas.microsoft.com/office/drawing/2014/main" val="2244405850"/>
                    </a:ext>
                  </a:extLst>
                </a:gridCol>
              </a:tblGrid>
              <a:tr h="5699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Name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Matric Number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extLst>
                  <a:ext uri="{0D108BD9-81ED-4DB2-BD59-A6C34878D82A}">
                    <a16:rowId xmlns:a16="http://schemas.microsoft.com/office/drawing/2014/main" val="1566141049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Lim Huey Wen 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23005873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extLst>
                  <a:ext uri="{0D108BD9-81ED-4DB2-BD59-A6C34878D82A}">
                    <a16:rowId xmlns:a16="http://schemas.microsoft.com/office/drawing/2014/main" val="176369860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Loh Jiang Joe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23006181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extLst>
                  <a:ext uri="{0D108BD9-81ED-4DB2-BD59-A6C34878D82A}">
                    <a16:rowId xmlns:a16="http://schemas.microsoft.com/office/drawing/2014/main" val="953330568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 dirty="0">
                          <a:effectLst/>
                        </a:rPr>
                        <a:t>Gan Ng </a:t>
                      </a:r>
                      <a:r>
                        <a:rPr lang="en-US" sz="3300" b="0" dirty="0" err="1">
                          <a:effectLst/>
                        </a:rPr>
                        <a:t>Hee</a:t>
                      </a:r>
                      <a:endParaRPr lang="en-US" sz="33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23005870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extLst>
                  <a:ext uri="{0D108BD9-81ED-4DB2-BD59-A6C34878D82A}">
                    <a16:rowId xmlns:a16="http://schemas.microsoft.com/office/drawing/2014/main" val="3844613396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Tee Hui En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23005825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extLst>
                  <a:ext uri="{0D108BD9-81ED-4DB2-BD59-A6C34878D82A}">
                    <a16:rowId xmlns:a16="http://schemas.microsoft.com/office/drawing/2014/main" val="3018436163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>
                          <a:effectLst/>
                        </a:rPr>
                        <a:t>Tan Yee Tern</a:t>
                      </a:r>
                      <a:endParaRPr lang="en-US" sz="33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3300" b="0" dirty="0">
                          <a:effectLst/>
                        </a:rPr>
                        <a:t>23006131</a:t>
                      </a:r>
                      <a:endParaRPr lang="en-US" sz="33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195" marR="26195" marT="0" marB="0" anchor="b"/>
                </a:tc>
                <a:extLst>
                  <a:ext uri="{0D108BD9-81ED-4DB2-BD59-A6C34878D82A}">
                    <a16:rowId xmlns:a16="http://schemas.microsoft.com/office/drawing/2014/main" val="3318173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84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479A-A7F8-BF46-84C6-049CC03F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239" y="883920"/>
            <a:ext cx="4856894" cy="593464"/>
          </a:xfrm>
        </p:spPr>
        <p:txBody>
          <a:bodyPr anchor="ctr"/>
          <a:lstStyle/>
          <a:p>
            <a:pPr algn="ctr"/>
            <a:r>
              <a:rPr lang="en-US" dirty="0"/>
              <a:t>Part 1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639A35C-A374-8F44-2EBE-FFBA02BCBE6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433" t="4885" r="9422" b="4232"/>
          <a:stretch/>
        </p:blipFill>
        <p:spPr>
          <a:xfrm>
            <a:off x="6451545" y="1477384"/>
            <a:ext cx="5340282" cy="4669741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98A6C4C4-1A3F-D184-6E44-B62FB980DC8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680975"/>
                <a:ext cx="5531516" cy="5496050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marL="285750" indent="-285750">
                  <a:buChar char="•"/>
                </a:pPr>
                <a:r>
                  <a:rPr lang="en-US" b="1" dirty="0">
                    <a:ea typeface="Calibri"/>
                    <a:cs typeface="Calibri"/>
                  </a:rPr>
                  <a:t>Axes: 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X-axis: </a:t>
                </a:r>
                <a:r>
                  <a:rPr lang="en-US" sz="1600" dirty="0">
                    <a:ea typeface="Calibri"/>
                    <a:cs typeface="Calibri"/>
                  </a:rPr>
                  <a:t>First coordinate in the integration domain (from 1 → 0)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Y-axis: </a:t>
                </a:r>
                <a:r>
                  <a:rPr lang="en-US" sz="1600" dirty="0">
                    <a:ea typeface="Calibri"/>
                    <a:cs typeface="Calibri"/>
                  </a:rPr>
                  <a:t>Second coordinate in the integration domain (from 1 → 0)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Z-axis: </a:t>
                </a:r>
                <a:r>
                  <a:rPr lang="en-US" sz="1600" dirty="0">
                    <a:ea typeface="Calibri"/>
                    <a:cs typeface="Calibri"/>
                  </a:rPr>
                  <a:t>Function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f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x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y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𝜋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x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𝜋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y</m:t>
                                </m:r>
                              </m:num>
                              <m:den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1600" dirty="0">
                  <a:ea typeface="Calibri"/>
                  <a:cs typeface="Calibri"/>
                </a:endParaRPr>
              </a:p>
              <a:p>
                <a:pPr marL="285750" indent="-285750">
                  <a:buChar char="•"/>
                </a:pPr>
                <a:r>
                  <a:rPr lang="en-US" b="1" dirty="0">
                    <a:ea typeface="Calibri"/>
                    <a:cs typeface="Calibri"/>
                  </a:rPr>
                  <a:t>Color Mapping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Yellow: </a:t>
                </a:r>
                <a:r>
                  <a:rPr lang="en-US" sz="1600" dirty="0">
                    <a:ea typeface="Calibri"/>
                    <a:cs typeface="Calibri"/>
                  </a:rPr>
                  <a:t>High function values (near 1.0)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Purple: </a:t>
                </a:r>
                <a:r>
                  <a:rPr lang="en-US" sz="1600" dirty="0">
                    <a:ea typeface="Calibri"/>
                    <a:cs typeface="Calibri"/>
                  </a:rPr>
                  <a:t>Low function values (near 0.0)</a:t>
                </a:r>
              </a:p>
              <a:p>
                <a:pPr marL="285750" indent="-285750">
                  <a:buChar char="•"/>
                </a:pPr>
                <a:r>
                  <a:rPr lang="en-US" b="1" dirty="0">
                    <a:ea typeface="Calibri"/>
                    <a:cs typeface="Calibri"/>
                  </a:rPr>
                  <a:t>Results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Exact Volume: </a:t>
                </a:r>
                <a:r>
                  <a:rPr lang="en-US" sz="1600" dirty="0">
                    <a:ea typeface="Calibri"/>
                    <a:cs typeface="Calibri"/>
                  </a:rPr>
                  <a:t>0.40528473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MC Volume: </a:t>
                </a:r>
                <a:r>
                  <a:rPr lang="en-US" sz="1600" dirty="0">
                    <a:ea typeface="Calibri"/>
                    <a:cs typeface="Calibri"/>
                  </a:rPr>
                  <a:t>0.40620975</a:t>
                </a:r>
              </a:p>
              <a:p>
                <a:pPr marL="285750" indent="-285750">
                  <a:buChar char="•"/>
                </a:pPr>
                <a:r>
                  <a:rPr lang="en-US" b="1" dirty="0">
                    <a:ea typeface="Calibri"/>
                    <a:cs typeface="Calibri"/>
                  </a:rPr>
                  <a:t>Function Properties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Smooth: </a:t>
                </a:r>
                <a:r>
                  <a:rPr lang="en-US" sz="1600" dirty="0">
                    <a:ea typeface="Calibri"/>
                    <a:cs typeface="Calibri"/>
                  </a:rPr>
                  <a:t>No discontinuities, ensuring stable integration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Bounded: </a:t>
                </a:r>
                <a:r>
                  <a:rPr lang="en-US" sz="1600" dirty="0">
                    <a:ea typeface="Calibri"/>
                    <a:cs typeface="Calibri"/>
                  </a:rPr>
                  <a:t>All values lie between 0 and 1</a:t>
                </a:r>
              </a:p>
              <a:p>
                <a:pPr marL="742950" lvl="1" indent="-285750">
                  <a:buChar char="•"/>
                </a:pPr>
                <a:r>
                  <a:rPr lang="en-US" sz="1600" b="1" dirty="0">
                    <a:ea typeface="Calibri"/>
                    <a:cs typeface="Calibri"/>
                  </a:rPr>
                  <a:t>Well-behaved: </a:t>
                </a:r>
                <a:r>
                  <a:rPr lang="en-US" sz="1600" dirty="0">
                    <a:ea typeface="Calibri"/>
                    <a:cs typeface="Calibri"/>
                  </a:rPr>
                  <a:t>Suitable for Monte Carlo integration with stable convergence</a:t>
                </a:r>
                <a:endParaRPr lang="en-US" sz="1600" b="1" dirty="0"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98A6C4C4-1A3F-D184-6E44-B62FB980DC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680975"/>
                <a:ext cx="5531516" cy="5496050"/>
              </a:xfrm>
              <a:blipFill>
                <a:blip r:embed="rId3"/>
                <a:stretch>
                  <a:fillRect l="-441" r="-1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742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1D9D18-5569-317C-3D25-9CE60FA4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2173" y="438911"/>
            <a:ext cx="3932237" cy="733940"/>
          </a:xfrm>
        </p:spPr>
        <p:txBody>
          <a:bodyPr anchor="ctr"/>
          <a:lstStyle/>
          <a:p>
            <a:pPr algn="ctr"/>
            <a:r>
              <a:rPr lang="en-US" dirty="0"/>
              <a:t>Part 2</a:t>
            </a:r>
          </a:p>
        </p:txBody>
      </p:sp>
      <p:pic>
        <p:nvPicPr>
          <p:cNvPr id="3" name="Content Placeholder 2" descr="A graph of a graph with blue dots and a white background&#10;&#10;AI-generated content may be incorrect.">
            <a:extLst>
              <a:ext uri="{FF2B5EF4-FFF2-40B4-BE49-F238E27FC236}">
                <a16:creationId xmlns:a16="http://schemas.microsoft.com/office/drawing/2014/main" id="{EB894A9E-AB3B-6C0D-51FF-ADF1C0E65E9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770" r="4770"/>
          <a:stretch/>
        </p:blipFill>
        <p:spPr>
          <a:xfrm>
            <a:off x="5902192" y="1178494"/>
            <a:ext cx="6172200" cy="48736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0E85CA57-13F5-D500-65BA-D8604EBA1AD6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365761" y="659674"/>
                <a:ext cx="5198794" cy="5538652"/>
              </a:xfrm>
            </p:spPr>
            <p:txBody>
              <a:bodyPr anchor="ctr">
                <a:noAutofit/>
              </a:bodyPr>
              <a:lstStyle/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Method</a:t>
                </a:r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Sample sizes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chosen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600" dirty="0"/>
                  <a:t>.</a:t>
                </a:r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For each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, compute the statistical error: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e>
                        </m:rad>
                      </m:den>
                    </m:f>
                  </m:oMath>
                </a14:m>
                <a:endParaRPr lang="en-US" sz="1600" dirty="0"/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Plot error vs N.</a:t>
                </a:r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Add  a reference curve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lit/>
                      </m:rPr>
                      <a:rPr lang="en-US" sz="160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/>
                  <a:t>where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matches the first observed error.</a:t>
                </a:r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Result</a:t>
                </a:r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The graph confirms error is </a:t>
                </a:r>
                <a:r>
                  <a:rPr lang="en-US" sz="1600" b="1" dirty="0"/>
                  <a:t>proportional </a:t>
                </a:r>
                <a:r>
                  <a:rPr lang="en-US" sz="1600" dirty="0"/>
                  <a:t>to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lang="en-US" sz="160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/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As N increases, error decreases, but the rate of improvement slows (diminishing returns).</a:t>
                </a:r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This matches the theoretical expectation for Monte Carlo convergence.</a:t>
                </a:r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Key Takeaway</a:t>
                </a:r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Monte Carlo integration is unbiased but converges slowly.</a:t>
                </a:r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Doubling accuracy requires quadrupling the sample size.</a:t>
                </a:r>
              </a:p>
              <a:p>
                <a:pPr marL="742950" lvl="1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The experiment validates the theoretical scaling law.</a:t>
                </a:r>
              </a:p>
            </p:txBody>
          </p:sp>
        </mc:Choice>
        <mc:Fallback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0E85CA57-13F5-D500-65BA-D8604EBA1A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365761" y="659674"/>
                <a:ext cx="5198794" cy="5538652"/>
              </a:xfrm>
              <a:blipFill>
                <a:blip r:embed="rId3"/>
                <a:stretch>
                  <a:fillRect l="-469" t="-2200" r="-469" b="-3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773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D58C1C-7B8E-C7E3-807B-82822FCB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7101" y="946805"/>
            <a:ext cx="3932237" cy="762574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Part 3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Placeholder 15">
                <a:extLst>
                  <a:ext uri="{FF2B5EF4-FFF2-40B4-BE49-F238E27FC236}">
                    <a16:creationId xmlns:a16="http://schemas.microsoft.com/office/drawing/2014/main" id="{B9F3358F-5CF1-E24E-DE72-144A3C3658F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90500" y="845820"/>
                <a:ext cx="4581523" cy="4488974"/>
              </a:xfrm>
            </p:spPr>
            <p:txBody>
              <a:bodyPr anchor="ctr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+mj-lt"/>
                  </a:rPr>
                  <a:t>Method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Run a pilot Monte Carlo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1600" dirty="0">
                  <a:latin typeface="+mj-l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Compute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𝑅𝑒𝑙𝑎𝑡𝑖𝑣𝑒</m:t>
                    </m:r>
                    <m:r>
                      <m:rPr>
                        <m:lit/>
                      </m:rP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𝑒𝑟𝑟𝑜</m:t>
                    </m:r>
                    <m:r>
                      <m:rPr>
                        <m:sty m:val="p"/>
                      </m:rPr>
                      <a:rPr lang="en-US" sz="1600" b="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rad>
                      </m:den>
                    </m:f>
                  </m:oMath>
                </a14:m>
                <a:endParaRPr lang="en-US" sz="1600" dirty="0">
                  <a:latin typeface="+mj-l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Rearranged to estimate required 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1%</m:t>
                        </m:r>
                      </m:sub>
                    </m:sSub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0.01⋅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latin typeface="+mj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+mj-lt"/>
                  </a:rPr>
                  <a:t>Result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Pilot estimate: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≈0.4053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Required samples: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≈5221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Graph confirms error drops below 1% at predicted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+mj-lt"/>
                  </a:rPr>
                  <a:t>Key Takeaway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The required sample size for 1% accuracy is </a:t>
                </a:r>
                <a:r>
                  <a:rPr lang="en-US" sz="1600" b="1" dirty="0">
                    <a:latin typeface="+mj-lt"/>
                  </a:rPr>
                  <a:t>predictable and efficient</a:t>
                </a:r>
                <a:r>
                  <a:rPr lang="en-US" sz="1600" dirty="0">
                    <a:latin typeface="+mj-lt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Monte Carlo error behaves as expected: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e>
                        </m:rad>
                      </m:den>
                    </m:f>
                  </m:oMath>
                </a14:m>
                <a:endParaRPr lang="en-US" sz="1600" dirty="0">
                  <a:latin typeface="+mj-lt"/>
                </a:endParaRPr>
              </a:p>
            </p:txBody>
          </p:sp>
        </mc:Choice>
        <mc:Fallback>
          <p:sp>
            <p:nvSpPr>
              <p:cNvPr id="16" name="Text Placeholder 15">
                <a:extLst>
                  <a:ext uri="{FF2B5EF4-FFF2-40B4-BE49-F238E27FC236}">
                    <a16:creationId xmlns:a16="http://schemas.microsoft.com/office/drawing/2014/main" id="{B9F3358F-5CF1-E24E-DE72-144A3C365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90500" y="845820"/>
                <a:ext cx="4581523" cy="4488974"/>
              </a:xfrm>
              <a:blipFill>
                <a:blip r:embed="rId2"/>
                <a:stretch>
                  <a:fillRect l="-532" t="-2446" r="-1064" b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0D891938-102D-CBB7-D8C0-389E10FD3F1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63" t="-131" r="-1" b="163"/>
          <a:stretch>
            <a:fillRect/>
          </a:stretch>
        </p:blipFill>
        <p:spPr>
          <a:xfrm>
            <a:off x="4772025" y="1608738"/>
            <a:ext cx="6982391" cy="4323333"/>
          </a:xfrm>
        </p:spPr>
      </p:pic>
    </p:spTree>
    <p:extLst>
      <p:ext uri="{BB962C8B-B14F-4D97-AF65-F5344CB8AC3E}">
        <p14:creationId xmlns:p14="http://schemas.microsoft.com/office/powerpoint/2010/main" val="9560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479A-A7F8-BF46-84C6-049CC03F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5312" y="844929"/>
            <a:ext cx="3932237" cy="8715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Part 4</a:t>
            </a:r>
          </a:p>
        </p:txBody>
      </p:sp>
      <p:pic>
        <p:nvPicPr>
          <p:cNvPr id="5" name="Content Placeholder 4" descr="A graph with purple lines and a dotted line&#10;&#10;AI-generated content may be incorrect.">
            <a:extLst>
              <a:ext uri="{FF2B5EF4-FFF2-40B4-BE49-F238E27FC236}">
                <a16:creationId xmlns:a16="http://schemas.microsoft.com/office/drawing/2014/main" id="{4D8C497E-69C0-30B9-626F-54952295F32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3" t="33" r="7"/>
          <a:stretch>
            <a:fillRect/>
          </a:stretch>
        </p:blipFill>
        <p:spPr>
          <a:xfrm>
            <a:off x="6643262" y="1819805"/>
            <a:ext cx="5396338" cy="32183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5F57C8E5-79BF-505F-8768-E47C11AAC5F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52400" y="698500"/>
                <a:ext cx="6356350" cy="5298098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Observations</a:t>
                </a:r>
              </a:p>
              <a:p>
                <a:pPr lvl="1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Larger sample size N: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Produces smaller statistical error, approaching the theoretical estimate.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Error stabilizes around </a:t>
                </a:r>
                <a:r>
                  <a:rPr lang="en-US" sz="1400" b="1" dirty="0"/>
                  <a:t>0.293</a:t>
                </a:r>
                <a:r>
                  <a:rPr lang="en-US" sz="1400" dirty="0"/>
                  <a:t>, consistent with predicted behavior.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Estimates become more stable and less sensitive to random variation.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Greater convergence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1400" dirty="0"/>
                  <a:t> increases.</a:t>
                </a:r>
              </a:p>
              <a:p>
                <a:pPr lvl="1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Small fluctuations: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Monte Carlo estimates are random variables; fluctuations persist due to finite sampling.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These fluctuations shrink as N increases, following the expected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400" dirty="0"/>
                  <a:t> trend.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Results cluster tightly around the exact value, but never fully eliminate noise unless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→∞.</m:t>
                    </m:r>
                  </m:oMath>
                </a14:m>
                <a:endParaRPr lang="en-US" sz="1400" dirty="0"/>
              </a:p>
              <a:p>
                <a:pPr lvl="1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Greater convergence: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Monte Carlo estimates become more reliable and statistically consistent.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The convergence is smooth due to the integrand’s regularity, with no discontinuities or singularities.</a:t>
                </a:r>
              </a:p>
              <a:p>
                <a:pPr lvl="2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Confirms the theoretical scaling law and validates the method</a:t>
                </a:r>
              </a:p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Key Takeaway</a:t>
                </a:r>
              </a:p>
              <a:p>
                <a:pPr lvl="1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Increasing N improves accuracy but with </a:t>
                </a:r>
                <a:r>
                  <a:rPr lang="en-US" b="1" dirty="0"/>
                  <a:t>diminishing returns.</a:t>
                </a:r>
              </a:p>
              <a:p>
                <a:pPr lvl="1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integrand’s smooth and bounded nature ensures </a:t>
                </a:r>
                <a:r>
                  <a:rPr lang="en-US" b="1" dirty="0"/>
                  <a:t>stable convergence.</a:t>
                </a:r>
              </a:p>
              <a:p>
                <a:pPr lvl="1"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Monte Carlo integration is effective: even moderate N yields results close to the exact value.</a:t>
                </a:r>
              </a:p>
            </p:txBody>
          </p:sp>
        </mc:Choice>
        <mc:Fallback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5F57C8E5-79BF-505F-8768-E47C11AAC5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52400" y="698500"/>
                <a:ext cx="6356350" cy="5298098"/>
              </a:xfrm>
              <a:blipFill>
                <a:blip r:embed="rId3"/>
                <a:stretch>
                  <a:fillRect l="-96" t="-9206" r="-575"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7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rmal Usage">
      <a:majorFont>
        <a:latin typeface="Times New Roman"/>
        <a:ea typeface="KaiTi"/>
        <a:cs typeface=""/>
      </a:majorFont>
      <a:minorFont>
        <a:latin typeface="Times New Roman"/>
        <a:ea typeface="KaiT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Widescreen</PresentationFormat>
  <Paragraphs>74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 Math</vt:lpstr>
      <vt:lpstr>Times New Roman</vt:lpstr>
      <vt:lpstr>Office Theme</vt:lpstr>
      <vt:lpstr>Group A</vt:lpstr>
      <vt:lpstr>Part 1</vt:lpstr>
      <vt:lpstr>Part 2</vt:lpstr>
      <vt:lpstr>Part 3 </vt:lpstr>
      <vt:lpstr>Part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X</dc:title>
  <dc:creator>NORHASLIZA BINTI YUSOF</dc:creator>
  <cp:lastModifiedBy>LIM HUEY WEN</cp:lastModifiedBy>
  <cp:revision>1</cp:revision>
  <dcterms:created xsi:type="dcterms:W3CDTF">2026-01-08T03:54:07Z</dcterms:created>
  <dcterms:modified xsi:type="dcterms:W3CDTF">2026-01-08T07:55:15Z</dcterms:modified>
</cp:coreProperties>
</file>